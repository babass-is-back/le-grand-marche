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390" r:id="rId2"/>
    <p:sldId id="391" r:id="rId3"/>
    <p:sldId id="392" r:id="rId4"/>
    <p:sldId id="393" r:id="rId5"/>
    <p:sldId id="394" r:id="rId6"/>
    <p:sldId id="397" r:id="rId7"/>
    <p:sldId id="395" r:id="rId8"/>
    <p:sldId id="398" r:id="rId9"/>
    <p:sldId id="396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stien Leblanc" initials="BL" lastIdx="1" clrIdx="0">
    <p:extLst>
      <p:ext uri="{19B8F6BF-5375-455C-9EA6-DF929625EA0E}">
        <p15:presenceInfo xmlns:p15="http://schemas.microsoft.com/office/powerpoint/2012/main" userId="8f25de169f411b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3F1F"/>
    <a:srgbClr val="0A2C44"/>
    <a:srgbClr val="535C13"/>
    <a:srgbClr val="418AB3"/>
    <a:srgbClr val="2C145C"/>
    <a:srgbClr val="A20602"/>
    <a:srgbClr val="FFFFFF"/>
    <a:srgbClr val="F0F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496" autoAdjust="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tien Leblanc" userId="8f25de169f411b2a" providerId="LiveId" clId="{7CB10106-62E9-4C4F-A708-64DEC360ECA7}"/>
    <pc:docChg chg="undo custSel addSld delSld modSld sldOrd modMainMaster">
      <pc:chgData name="Bastien Leblanc" userId="8f25de169f411b2a" providerId="LiveId" clId="{7CB10106-62E9-4C4F-A708-64DEC360ECA7}" dt="2025-05-12T09:51:49.391" v="6799" actId="20577"/>
      <pc:docMkLst>
        <pc:docMk/>
      </pc:docMkLst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8348911" sldId="353"/>
        </pc:sldMkLst>
      </pc:sldChg>
      <pc:sldChg chg="modSp del mod">
        <pc:chgData name="Bastien Leblanc" userId="8f25de169f411b2a" providerId="LiveId" clId="{7CB10106-62E9-4C4F-A708-64DEC360ECA7}" dt="2025-05-06T08:28:30.845" v="488" actId="47"/>
        <pc:sldMkLst>
          <pc:docMk/>
          <pc:sldMk cId="4064207237" sldId="357"/>
        </pc:sldMkLst>
        <pc:picChg chg="mod">
          <ac:chgData name="Bastien Leblanc" userId="8f25de169f411b2a" providerId="LiveId" clId="{7CB10106-62E9-4C4F-A708-64DEC360ECA7}" dt="2025-05-05T08:35:15.482" v="1" actId="1076"/>
          <ac:picMkLst>
            <pc:docMk/>
            <pc:sldMk cId="4064207237" sldId="357"/>
            <ac:picMk id="8" creationId="{2CC37EC2-1F3B-431B-B13E-C1C3C11461D6}"/>
          </ac:picMkLst>
        </pc:picChg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460548257" sldId="358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663721192" sldId="359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43972986" sldId="360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2165145402" sldId="361"/>
        </pc:sldMkLst>
      </pc:sldChg>
      <pc:sldChg chg="modSp del mod ord">
        <pc:chgData name="Bastien Leblanc" userId="8f25de169f411b2a" providerId="LiveId" clId="{7CB10106-62E9-4C4F-A708-64DEC360ECA7}" dt="2025-05-06T08:28:30.845" v="488" actId="47"/>
        <pc:sldMkLst>
          <pc:docMk/>
          <pc:sldMk cId="2524580296" sldId="362"/>
        </pc:sldMkLst>
        <pc:spChg chg="mod">
          <ac:chgData name="Bastien Leblanc" userId="8f25de169f411b2a" providerId="LiveId" clId="{7CB10106-62E9-4C4F-A708-64DEC360ECA7}" dt="2025-05-05T08:37:02.748" v="56" actId="20577"/>
          <ac:spMkLst>
            <pc:docMk/>
            <pc:sldMk cId="2524580296" sldId="362"/>
            <ac:spMk id="2" creationId="{F81A7B86-8736-4CA0-9897-D9595F5DB884}"/>
          </ac:spMkLst>
        </pc:spChg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872137242" sldId="363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4139743588" sldId="364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209833638" sldId="365"/>
        </pc:sldMkLst>
      </pc:sldChg>
      <pc:sldChg chg="del">
        <pc:chgData name="Bastien Leblanc" userId="8f25de169f411b2a" providerId="LiveId" clId="{7CB10106-62E9-4C4F-A708-64DEC360ECA7}" dt="2025-05-05T08:35:51.370" v="8" actId="47"/>
        <pc:sldMkLst>
          <pc:docMk/>
          <pc:sldMk cId="1084941865" sldId="367"/>
        </pc:sldMkLst>
      </pc:sldChg>
      <pc:sldChg chg="del">
        <pc:chgData name="Bastien Leblanc" userId="8f25de169f411b2a" providerId="LiveId" clId="{7CB10106-62E9-4C4F-A708-64DEC360ECA7}" dt="2025-05-05T08:35:51.370" v="8" actId="47"/>
        <pc:sldMkLst>
          <pc:docMk/>
          <pc:sldMk cId="1089979827" sldId="368"/>
        </pc:sldMkLst>
      </pc:sldChg>
      <pc:sldChg chg="del">
        <pc:chgData name="Bastien Leblanc" userId="8f25de169f411b2a" providerId="LiveId" clId="{7CB10106-62E9-4C4F-A708-64DEC360ECA7}" dt="2025-05-05T08:35:51.370" v="8" actId="47"/>
        <pc:sldMkLst>
          <pc:docMk/>
          <pc:sldMk cId="3274733174" sldId="369"/>
        </pc:sldMkLst>
      </pc:sldChg>
      <pc:sldChg chg="del">
        <pc:chgData name="Bastien Leblanc" userId="8f25de169f411b2a" providerId="LiveId" clId="{7CB10106-62E9-4C4F-A708-64DEC360ECA7}" dt="2025-05-05T08:35:54.671" v="9" actId="2696"/>
        <pc:sldMkLst>
          <pc:docMk/>
          <pc:sldMk cId="512120779" sldId="370"/>
        </pc:sldMkLst>
      </pc:sldChg>
      <pc:sldChg chg="addSp delSp modSp add del mod ord setBg">
        <pc:chgData name="Bastien Leblanc" userId="8f25de169f411b2a" providerId="LiveId" clId="{7CB10106-62E9-4C4F-A708-64DEC360ECA7}" dt="2025-05-06T08:28:30.845" v="488" actId="47"/>
        <pc:sldMkLst>
          <pc:docMk/>
          <pc:sldMk cId="1277790730" sldId="370"/>
        </pc:sldMkLst>
        <pc:spChg chg="del mod">
          <ac:chgData name="Bastien Leblanc" userId="8f25de169f411b2a" providerId="LiveId" clId="{7CB10106-62E9-4C4F-A708-64DEC360ECA7}" dt="2025-05-05T08:40:01.090" v="93" actId="931"/>
          <ac:spMkLst>
            <pc:docMk/>
            <pc:sldMk cId="1277790730" sldId="370"/>
            <ac:spMk id="2" creationId="{4F4484D9-0287-4983-B6E1-436DAAC07F4C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3" creationId="{A91756BB-C253-424A-B4D2-E86D424CEB91}"/>
          </ac:spMkLst>
        </pc:spChg>
        <pc:spChg chg="add del mod">
          <ac:chgData name="Bastien Leblanc" userId="8f25de169f411b2a" providerId="LiveId" clId="{7CB10106-62E9-4C4F-A708-64DEC360ECA7}" dt="2025-05-06T08:22:29.900" v="154" actId="478"/>
          <ac:spMkLst>
            <pc:docMk/>
            <pc:sldMk cId="1277790730" sldId="370"/>
            <ac:spMk id="3" creationId="{EEB1082C-4067-4A24-93F2-9A48CBF5D367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4" creationId="{A58AC9B2-F4B1-4BB8-B1B9-70AB28D321B6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5" creationId="{938E5456-ED31-4FB7-A6D3-E6296A9A2F48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6" creationId="{7B393957-3064-447F-9FFD-63939C02FC52}"/>
          </ac:spMkLst>
        </pc:spChg>
        <pc:spChg chg="del">
          <ac:chgData name="Bastien Leblanc" userId="8f25de169f411b2a" providerId="LiveId" clId="{7CB10106-62E9-4C4F-A708-64DEC360ECA7}" dt="2025-05-05T08:37:39.891" v="59" actId="478"/>
          <ac:spMkLst>
            <pc:docMk/>
            <pc:sldMk cId="1277790730" sldId="370"/>
            <ac:spMk id="7" creationId="{462C90F1-AC08-4DCF-91AF-4C69FB1AB2FD}"/>
          </ac:spMkLst>
        </pc:spChg>
        <pc:spChg chg="mod">
          <ac:chgData name="Bastien Leblanc" userId="8f25de169f411b2a" providerId="LiveId" clId="{7CB10106-62E9-4C4F-A708-64DEC360ECA7}" dt="2025-05-05T08:48:55.291" v="149" actId="20577"/>
          <ac:spMkLst>
            <pc:docMk/>
            <pc:sldMk cId="1277790730" sldId="370"/>
            <ac:spMk id="9" creationId="{54EE7731-D016-4ABE-BAF1-C841A9527B5F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10" creationId="{7E70B5C8-F280-4023-8C5C-AE184ED6FD24}"/>
          </ac:spMkLst>
        </pc:spChg>
        <pc:spChg chg="del">
          <ac:chgData name="Bastien Leblanc" userId="8f25de169f411b2a" providerId="LiveId" clId="{7CB10106-62E9-4C4F-A708-64DEC360ECA7}" dt="2025-05-05T08:37:53.779" v="62" actId="478"/>
          <ac:spMkLst>
            <pc:docMk/>
            <pc:sldMk cId="1277790730" sldId="370"/>
            <ac:spMk id="11" creationId="{6A10EBA8-3613-4552-B5E1-4233E2CB80DB}"/>
          </ac:spMkLst>
        </pc:spChg>
        <pc:spChg chg="add del mod">
          <ac:chgData name="Bastien Leblanc" userId="8f25de169f411b2a" providerId="LiveId" clId="{7CB10106-62E9-4C4F-A708-64DEC360ECA7}" dt="2025-05-05T08:37:43.347" v="61" actId="478"/>
          <ac:spMkLst>
            <pc:docMk/>
            <pc:sldMk cId="1277790730" sldId="370"/>
            <ac:spMk id="13" creationId="{150DB3BC-FAE1-43DF-AF47-4BFDE9E53C93}"/>
          </ac:spMkLst>
        </pc:spChg>
        <pc:spChg chg="add del mod">
          <ac:chgData name="Bastien Leblanc" userId="8f25de169f411b2a" providerId="LiveId" clId="{7CB10106-62E9-4C4F-A708-64DEC360ECA7}" dt="2025-05-06T08:22:33.845" v="156" actId="478"/>
          <ac:spMkLst>
            <pc:docMk/>
            <pc:sldMk cId="1277790730" sldId="370"/>
            <ac:spMk id="15" creationId="{471EF5E1-7758-457F-AF08-73D9F24BB226}"/>
          </ac:spMkLst>
        </pc:spChg>
        <pc:spChg chg="add del mod">
          <ac:chgData name="Bastien Leblanc" userId="8f25de169f411b2a" providerId="LiveId" clId="{7CB10106-62E9-4C4F-A708-64DEC360ECA7}" dt="2025-05-06T08:22:32.423" v="155" actId="478"/>
          <ac:spMkLst>
            <pc:docMk/>
            <pc:sldMk cId="1277790730" sldId="370"/>
            <ac:spMk id="17" creationId="{A1246321-C00B-40E0-9369-E5600FFD4A9F}"/>
          </ac:spMkLst>
        </pc:spChg>
        <pc:spChg chg="add del mod">
          <ac:chgData name="Bastien Leblanc" userId="8f25de169f411b2a" providerId="LiveId" clId="{7CB10106-62E9-4C4F-A708-64DEC360ECA7}" dt="2025-05-05T08:37:56.623" v="63" actId="478"/>
          <ac:spMkLst>
            <pc:docMk/>
            <pc:sldMk cId="1277790730" sldId="370"/>
            <ac:spMk id="19" creationId="{B0E7A4C3-1AD8-4FBD-8D5B-D47F34BD0AAC}"/>
          </ac:spMkLst>
        </pc:spChg>
        <pc:spChg chg="add del mod">
          <ac:chgData name="Bastien Leblanc" userId="8f25de169f411b2a" providerId="LiveId" clId="{7CB10106-62E9-4C4F-A708-64DEC360ECA7}" dt="2025-05-05T08:37:57.471" v="64" actId="478"/>
          <ac:spMkLst>
            <pc:docMk/>
            <pc:sldMk cId="1277790730" sldId="370"/>
            <ac:spMk id="21" creationId="{01B21625-7596-42A1-B43D-EC97B66B654B}"/>
          </ac:spMkLst>
        </pc:spChg>
        <pc:spChg chg="add del mod">
          <ac:chgData name="Bastien Leblanc" userId="8f25de169f411b2a" providerId="LiveId" clId="{7CB10106-62E9-4C4F-A708-64DEC360ECA7}" dt="2025-05-05T08:38:00.192" v="66" actId="478"/>
          <ac:spMkLst>
            <pc:docMk/>
            <pc:sldMk cId="1277790730" sldId="370"/>
            <ac:spMk id="23" creationId="{C535E222-E927-42F4-BE06-1E4E694013BF}"/>
          </ac:spMkLst>
        </pc:spChg>
        <pc:spChg chg="add del mod">
          <ac:chgData name="Bastien Leblanc" userId="8f25de169f411b2a" providerId="LiveId" clId="{7CB10106-62E9-4C4F-A708-64DEC360ECA7}" dt="2025-05-05T08:37:59.044" v="65" actId="478"/>
          <ac:spMkLst>
            <pc:docMk/>
            <pc:sldMk cId="1277790730" sldId="370"/>
            <ac:spMk id="25" creationId="{C678203C-0488-4B5A-952D-699A7192EE00}"/>
          </ac:spMkLst>
        </pc:spChg>
        <pc:picChg chg="add del mod">
          <ac:chgData name="Bastien Leblanc" userId="8f25de169f411b2a" providerId="LiveId" clId="{7CB10106-62E9-4C4F-A708-64DEC360ECA7}" dt="2025-05-06T08:22:28.658" v="153" actId="478"/>
          <ac:picMkLst>
            <pc:docMk/>
            <pc:sldMk cId="1277790730" sldId="370"/>
            <ac:picMk id="27" creationId="{A5A05852-1F28-409E-AA63-3EF0681138A4}"/>
          </ac:picMkLst>
        </pc:picChg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512293282" sldId="371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212526889" sldId="372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995318607" sldId="373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428271548" sldId="374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489891565" sldId="375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739004205" sldId="376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2772845190" sldId="377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557150062" sldId="378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2148738124" sldId="379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060848191" sldId="380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2238756692" sldId="381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165991375" sldId="382"/>
        </pc:sldMkLst>
      </pc:sldChg>
      <pc:sldChg chg="del">
        <pc:chgData name="Bastien Leblanc" userId="8f25de169f411b2a" providerId="LiveId" clId="{7CB10106-62E9-4C4F-A708-64DEC360ECA7}" dt="2025-05-06T08:28:48.975" v="489" actId="47"/>
        <pc:sldMkLst>
          <pc:docMk/>
          <pc:sldMk cId="1700940091" sldId="383"/>
        </pc:sldMkLst>
      </pc:sldChg>
      <pc:sldChg chg="modSp del mod setBg">
        <pc:chgData name="Bastien Leblanc" userId="8f25de169f411b2a" providerId="LiveId" clId="{7CB10106-62E9-4C4F-A708-64DEC360ECA7}" dt="2025-05-06T08:29:14.443" v="491" actId="2696"/>
        <pc:sldMkLst>
          <pc:docMk/>
          <pc:sldMk cId="1827432503" sldId="384"/>
        </pc:sldMkLst>
        <pc:spChg chg="mod">
          <ac:chgData name="Bastien Leblanc" userId="8f25de169f411b2a" providerId="LiveId" clId="{7CB10106-62E9-4C4F-A708-64DEC360ECA7}" dt="2025-05-05T08:36:33.623" v="34" actId="20577"/>
          <ac:spMkLst>
            <pc:docMk/>
            <pc:sldMk cId="1827432503" sldId="384"/>
            <ac:spMk id="30" creationId="{2866DAE6-5CB2-4C68-8BD3-E5A30A15190F}"/>
          </ac:spMkLst>
        </pc:spChg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1951008652" sldId="385"/>
        </pc:sldMkLst>
      </pc:sldChg>
      <pc:sldChg chg="del">
        <pc:chgData name="Bastien Leblanc" userId="8f25de169f411b2a" providerId="LiveId" clId="{7CB10106-62E9-4C4F-A708-64DEC360ECA7}" dt="2025-05-05T08:35:54.671" v="9" actId="2696"/>
        <pc:sldMkLst>
          <pc:docMk/>
          <pc:sldMk cId="1260506053" sldId="386"/>
        </pc:sldMkLst>
      </pc:sldChg>
      <pc:sldChg chg="add del">
        <pc:chgData name="Bastien Leblanc" userId="8f25de169f411b2a" providerId="LiveId" clId="{7CB10106-62E9-4C4F-A708-64DEC360ECA7}" dt="2025-05-06T08:28:30.845" v="488" actId="47"/>
        <pc:sldMkLst>
          <pc:docMk/>
          <pc:sldMk cId="1556449915" sldId="386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3803098817" sldId="387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538595783" sldId="388"/>
        </pc:sldMkLst>
      </pc:sldChg>
      <pc:sldChg chg="del">
        <pc:chgData name="Bastien Leblanc" userId="8f25de169f411b2a" providerId="LiveId" clId="{7CB10106-62E9-4C4F-A708-64DEC360ECA7}" dt="2025-05-06T08:28:30.845" v="488" actId="47"/>
        <pc:sldMkLst>
          <pc:docMk/>
          <pc:sldMk cId="909963450" sldId="389"/>
        </pc:sldMkLst>
      </pc:sldChg>
      <pc:sldChg chg="modSp">
        <pc:chgData name="Bastien Leblanc" userId="8f25de169f411b2a" providerId="LiveId" clId="{7CB10106-62E9-4C4F-A708-64DEC360ECA7}" dt="2025-05-06T08:26:38.698" v="319"/>
        <pc:sldMkLst>
          <pc:docMk/>
          <pc:sldMk cId="2585052444" sldId="390"/>
        </pc:sldMkLst>
        <pc:picChg chg="mod">
          <ac:chgData name="Bastien Leblanc" userId="8f25de169f411b2a" providerId="LiveId" clId="{7CB10106-62E9-4C4F-A708-64DEC360ECA7}" dt="2025-05-06T08:26:38.698" v="319"/>
          <ac:picMkLst>
            <pc:docMk/>
            <pc:sldMk cId="2585052444" sldId="390"/>
            <ac:picMk id="16" creationId="{E088D169-13AC-4A42-AD8A-BF9E1B02036E}"/>
          </ac:picMkLst>
        </pc:picChg>
      </pc:sldChg>
      <pc:sldChg chg="addSp delSp modSp new mod setBg modClrScheme addCm delCm modCm chgLayout modNotesTx">
        <pc:chgData name="Bastien Leblanc" userId="8f25de169f411b2a" providerId="LiveId" clId="{7CB10106-62E9-4C4F-A708-64DEC360ECA7}" dt="2025-05-12T09:51:33.435" v="6793" actId="20577"/>
        <pc:sldMkLst>
          <pc:docMk/>
          <pc:sldMk cId="2882714126" sldId="391"/>
        </pc:sldMkLst>
        <pc:spChg chg="del mod ord">
          <ac:chgData name="Bastien Leblanc" userId="8f25de169f411b2a" providerId="LiveId" clId="{7CB10106-62E9-4C4F-A708-64DEC360ECA7}" dt="2025-05-06T08:25:11.254" v="228" actId="700"/>
          <ac:spMkLst>
            <pc:docMk/>
            <pc:sldMk cId="2882714126" sldId="391"/>
            <ac:spMk id="2" creationId="{14C61FAF-E1ED-486D-A75C-A1449C6439AA}"/>
          </ac:spMkLst>
        </pc:spChg>
        <pc:spChg chg="del mod ord">
          <ac:chgData name="Bastien Leblanc" userId="8f25de169f411b2a" providerId="LiveId" clId="{7CB10106-62E9-4C4F-A708-64DEC360ECA7}" dt="2025-05-06T08:25:11.254" v="228" actId="700"/>
          <ac:spMkLst>
            <pc:docMk/>
            <pc:sldMk cId="2882714126" sldId="391"/>
            <ac:spMk id="3" creationId="{07959BAC-7EBC-4633-92C3-BC50B7A4B797}"/>
          </ac:spMkLst>
        </pc:spChg>
        <pc:spChg chg="add del mod ord">
          <ac:chgData name="Bastien Leblanc" userId="8f25de169f411b2a" providerId="LiveId" clId="{7CB10106-62E9-4C4F-A708-64DEC360ECA7}" dt="2025-05-06T08:25:14.996" v="230" actId="478"/>
          <ac:spMkLst>
            <pc:docMk/>
            <pc:sldMk cId="2882714126" sldId="391"/>
            <ac:spMk id="4" creationId="{9BA27C66-7B28-4D22-9938-E1C1454E91BF}"/>
          </ac:spMkLst>
        </pc:spChg>
        <pc:spChg chg="add del mod ord">
          <ac:chgData name="Bastien Leblanc" userId="8f25de169f411b2a" providerId="LiveId" clId="{7CB10106-62E9-4C4F-A708-64DEC360ECA7}" dt="2025-05-06T08:25:14.005" v="229" actId="478"/>
          <ac:spMkLst>
            <pc:docMk/>
            <pc:sldMk cId="2882714126" sldId="391"/>
            <ac:spMk id="5" creationId="{75B6795A-055F-4854-A1F0-7434A2ABDC9B}"/>
          </ac:spMkLst>
        </pc:spChg>
        <pc:spChg chg="add del mod ord">
          <ac:chgData name="Bastien Leblanc" userId="8f25de169f411b2a" providerId="LiveId" clId="{7CB10106-62E9-4C4F-A708-64DEC360ECA7}" dt="2025-05-06T08:25:16.286" v="231" actId="478"/>
          <ac:spMkLst>
            <pc:docMk/>
            <pc:sldMk cId="2882714126" sldId="391"/>
            <ac:spMk id="6" creationId="{8DBC84DC-EDE7-455B-B8F0-B17F6526056A}"/>
          </ac:spMkLst>
        </pc:spChg>
        <pc:spChg chg="add mod">
          <ac:chgData name="Bastien Leblanc" userId="8f25de169f411b2a" providerId="LiveId" clId="{7CB10106-62E9-4C4F-A708-64DEC360ECA7}" dt="2025-05-06T13:54:16.726" v="3976" actId="207"/>
          <ac:spMkLst>
            <pc:docMk/>
            <pc:sldMk cId="2882714126" sldId="391"/>
            <ac:spMk id="7" creationId="{2150A866-0F7D-4B00-B9D4-12CC186D8082}"/>
          </ac:spMkLst>
        </pc:spChg>
        <pc:spChg chg="add del mod">
          <ac:chgData name="Bastien Leblanc" userId="8f25de169f411b2a" providerId="LiveId" clId="{7CB10106-62E9-4C4F-A708-64DEC360ECA7}" dt="2025-05-06T08:37:22.963" v="675"/>
          <ac:spMkLst>
            <pc:docMk/>
            <pc:sldMk cId="2882714126" sldId="391"/>
            <ac:spMk id="9" creationId="{BD59C9FB-D534-4560-873D-9F89B21D9A37}"/>
          </ac:spMkLst>
        </pc:spChg>
        <pc:spChg chg="add mod">
          <ac:chgData name="Bastien Leblanc" userId="8f25de169f411b2a" providerId="LiveId" clId="{7CB10106-62E9-4C4F-A708-64DEC360ECA7}" dt="2025-05-12T09:18:32.893" v="5971" actId="20577"/>
          <ac:spMkLst>
            <pc:docMk/>
            <pc:sldMk cId="2882714126" sldId="391"/>
            <ac:spMk id="10" creationId="{E8C26209-8A1F-40B1-B5CE-394F489B2D30}"/>
          </ac:spMkLst>
        </pc:spChg>
        <pc:spChg chg="add del">
          <ac:chgData name="Bastien Leblanc" userId="8f25de169f411b2a" providerId="LiveId" clId="{7CB10106-62E9-4C4F-A708-64DEC360ECA7}" dt="2025-05-06T08:42:55.965" v="746"/>
          <ac:spMkLst>
            <pc:docMk/>
            <pc:sldMk cId="2882714126" sldId="391"/>
            <ac:spMk id="11" creationId="{6C0285BC-4C92-4F76-A786-9803A9FA4FC3}"/>
          </ac:spMkLst>
        </pc:spChg>
        <pc:picChg chg="add mod">
          <ac:chgData name="Bastien Leblanc" userId="8f25de169f411b2a" providerId="LiveId" clId="{7CB10106-62E9-4C4F-A708-64DEC360ECA7}" dt="2025-05-06T08:30:39.628" v="495"/>
          <ac:picMkLst>
            <pc:docMk/>
            <pc:sldMk cId="2882714126" sldId="391"/>
            <ac:picMk id="8" creationId="{57CB47AC-67B8-4BC7-A334-D8A018B223F4}"/>
          </ac:picMkLst>
        </pc:picChg>
      </pc:sldChg>
      <pc:sldChg chg="addSp delSp modSp add mod setBg modNotesTx">
        <pc:chgData name="Bastien Leblanc" userId="8f25de169f411b2a" providerId="LiveId" clId="{7CB10106-62E9-4C4F-A708-64DEC360ECA7}" dt="2025-05-12T09:51:37.846" v="6795" actId="20577"/>
        <pc:sldMkLst>
          <pc:docMk/>
          <pc:sldMk cId="1841035833" sldId="392"/>
        </pc:sldMkLst>
        <pc:spChg chg="mod">
          <ac:chgData name="Bastien Leblanc" userId="8f25de169f411b2a" providerId="LiveId" clId="{7CB10106-62E9-4C4F-A708-64DEC360ECA7}" dt="2025-05-06T13:54:19.899" v="3977" actId="207"/>
          <ac:spMkLst>
            <pc:docMk/>
            <pc:sldMk cId="1841035833" sldId="392"/>
            <ac:spMk id="7" creationId="{2150A866-0F7D-4B00-B9D4-12CC186D8082}"/>
          </ac:spMkLst>
        </pc:spChg>
        <pc:spChg chg="add del mod">
          <ac:chgData name="Bastien Leblanc" userId="8f25de169f411b2a" providerId="LiveId" clId="{7CB10106-62E9-4C4F-A708-64DEC360ECA7}" dt="2025-05-06T12:56:52.866" v="2026"/>
          <ac:spMkLst>
            <pc:docMk/>
            <pc:sldMk cId="1841035833" sldId="392"/>
            <ac:spMk id="10" creationId="{81FC6E92-7D9E-43D7-8A52-8A2B9812F649}"/>
          </ac:spMkLst>
        </pc:spChg>
        <pc:picChg chg="add del mod">
          <ac:chgData name="Bastien Leblanc" userId="8f25de169f411b2a" providerId="LiveId" clId="{7CB10106-62E9-4C4F-A708-64DEC360ECA7}" dt="2025-05-06T12:51:19.243" v="1619" actId="21"/>
          <ac:picMkLst>
            <pc:docMk/>
            <pc:sldMk cId="1841035833" sldId="392"/>
            <ac:picMk id="3" creationId="{88C7B262-735E-4DC4-AF49-BB3CE00F7A08}"/>
          </ac:picMkLst>
        </pc:picChg>
        <pc:picChg chg="add del mod">
          <ac:chgData name="Bastien Leblanc" userId="8f25de169f411b2a" providerId="LiveId" clId="{7CB10106-62E9-4C4F-A708-64DEC360ECA7}" dt="2025-05-06T12:58:10.618" v="2066" actId="21"/>
          <ac:picMkLst>
            <pc:docMk/>
            <pc:sldMk cId="1841035833" sldId="392"/>
            <ac:picMk id="5" creationId="{EB83454A-A38E-4600-88AE-8EFE55301659}"/>
          </ac:picMkLst>
        </pc:picChg>
        <pc:picChg chg="add del mod">
          <ac:chgData name="Bastien Leblanc" userId="8f25de169f411b2a" providerId="LiveId" clId="{7CB10106-62E9-4C4F-A708-64DEC360ECA7}" dt="2025-05-06T12:54:45.788" v="1803" actId="21"/>
          <ac:picMkLst>
            <pc:docMk/>
            <pc:sldMk cId="1841035833" sldId="392"/>
            <ac:picMk id="9" creationId="{F4F57857-ACF9-4587-986A-1B98D9F82A84}"/>
          </ac:picMkLst>
        </pc:picChg>
        <pc:picChg chg="add del mod">
          <ac:chgData name="Bastien Leblanc" userId="8f25de169f411b2a" providerId="LiveId" clId="{7CB10106-62E9-4C4F-A708-64DEC360ECA7}" dt="2025-05-06T13:27:16.532" v="2431" actId="478"/>
          <ac:picMkLst>
            <pc:docMk/>
            <pc:sldMk cId="1841035833" sldId="392"/>
            <ac:picMk id="12" creationId="{927FD61D-A0DE-4C41-B972-055A1EADCA69}"/>
          </ac:picMkLst>
        </pc:picChg>
        <pc:picChg chg="add mod">
          <ac:chgData name="Bastien Leblanc" userId="8f25de169f411b2a" providerId="LiveId" clId="{7CB10106-62E9-4C4F-A708-64DEC360ECA7}" dt="2025-05-06T13:27:52.225" v="2435" actId="14861"/>
          <ac:picMkLst>
            <pc:docMk/>
            <pc:sldMk cId="1841035833" sldId="392"/>
            <ac:picMk id="14" creationId="{1AB7B276-F73C-4208-9AED-435374D36E36}"/>
          </ac:picMkLst>
        </pc:picChg>
      </pc:sldChg>
      <pc:sldChg chg="add del setBg">
        <pc:chgData name="Bastien Leblanc" userId="8f25de169f411b2a" providerId="LiveId" clId="{7CB10106-62E9-4C4F-A708-64DEC360ECA7}" dt="2025-05-06T08:31:10.029" v="498" actId="47"/>
        <pc:sldMkLst>
          <pc:docMk/>
          <pc:sldMk cId="229937308" sldId="393"/>
        </pc:sldMkLst>
      </pc:sldChg>
      <pc:sldChg chg="addSp delSp modSp add mod ord setBg modNotesTx">
        <pc:chgData name="Bastien Leblanc" userId="8f25de169f411b2a" providerId="LiveId" clId="{7CB10106-62E9-4C4F-A708-64DEC360ECA7}" dt="2025-05-12T09:51:41.055" v="6796" actId="20577"/>
        <pc:sldMkLst>
          <pc:docMk/>
          <pc:sldMk cId="2256833269" sldId="393"/>
        </pc:sldMkLst>
        <pc:spChg chg="add del mod">
          <ac:chgData name="Bastien Leblanc" userId="8f25de169f411b2a" providerId="LiveId" clId="{7CB10106-62E9-4C4F-A708-64DEC360ECA7}" dt="2025-05-06T12:55:04.657" v="1808" actId="478"/>
          <ac:spMkLst>
            <pc:docMk/>
            <pc:sldMk cId="2256833269" sldId="393"/>
            <ac:spMk id="2" creationId="{6270303F-E380-4BDC-AB03-B834D8B8ECF9}"/>
          </ac:spMkLst>
        </pc:spChg>
        <pc:spChg chg="mod">
          <ac:chgData name="Bastien Leblanc" userId="8f25de169f411b2a" providerId="LiveId" clId="{7CB10106-62E9-4C4F-A708-64DEC360ECA7}" dt="2025-05-12T09:41:19.232" v="6056" actId="20577"/>
          <ac:spMkLst>
            <pc:docMk/>
            <pc:sldMk cId="2256833269" sldId="393"/>
            <ac:spMk id="7" creationId="{2150A866-0F7D-4B00-B9D4-12CC186D8082}"/>
          </ac:spMkLst>
        </pc:spChg>
        <pc:picChg chg="add del mod">
          <ac:chgData name="Bastien Leblanc" userId="8f25de169f411b2a" providerId="LiveId" clId="{7CB10106-62E9-4C4F-A708-64DEC360ECA7}" dt="2025-05-12T09:40:26.613" v="6051" actId="478"/>
          <ac:picMkLst>
            <pc:docMk/>
            <pc:sldMk cId="2256833269" sldId="393"/>
            <ac:picMk id="3" creationId="{C6CFA7E1-A923-4224-B97A-61BC0883B72D}"/>
          </ac:picMkLst>
        </pc:picChg>
        <pc:picChg chg="add del mod">
          <ac:chgData name="Bastien Leblanc" userId="8f25de169f411b2a" providerId="LiveId" clId="{7CB10106-62E9-4C4F-A708-64DEC360ECA7}" dt="2025-05-06T13:26:10.605" v="2421" actId="478"/>
          <ac:picMkLst>
            <pc:docMk/>
            <pc:sldMk cId="2256833269" sldId="393"/>
            <ac:picMk id="4" creationId="{45E1158F-322E-45AD-9C37-3D74A9CECC2E}"/>
          </ac:picMkLst>
        </pc:picChg>
        <pc:picChg chg="add del mod">
          <ac:chgData name="Bastien Leblanc" userId="8f25de169f411b2a" providerId="LiveId" clId="{7CB10106-62E9-4C4F-A708-64DEC360ECA7}" dt="2025-05-12T09:30:35.151" v="5974" actId="478"/>
          <ac:picMkLst>
            <pc:docMk/>
            <pc:sldMk cId="2256833269" sldId="393"/>
            <ac:picMk id="5" creationId="{0FBDF7C3-B77C-488D-8AF1-41FF29C07CD4}"/>
          </ac:picMkLst>
        </pc:picChg>
        <pc:picChg chg="add mod">
          <ac:chgData name="Bastien Leblanc" userId="8f25de169f411b2a" providerId="LiveId" clId="{7CB10106-62E9-4C4F-A708-64DEC360ECA7}" dt="2025-05-12T09:49:12.643" v="6662" actId="14861"/>
          <ac:picMkLst>
            <pc:docMk/>
            <pc:sldMk cId="2256833269" sldId="393"/>
            <ac:picMk id="6" creationId="{98C85DB5-73F6-49C3-BFDE-F1175985F50A}"/>
          </ac:picMkLst>
        </pc:picChg>
      </pc:sldChg>
      <pc:sldChg chg="addSp delSp modSp add del mod ord setBg modNotesTx">
        <pc:chgData name="Bastien Leblanc" userId="8f25de169f411b2a" providerId="LiveId" clId="{7CB10106-62E9-4C4F-A708-64DEC360ECA7}" dt="2025-05-12T09:51:43.858" v="6797" actId="20577"/>
        <pc:sldMkLst>
          <pc:docMk/>
          <pc:sldMk cId="3307630737" sldId="394"/>
        </pc:sldMkLst>
        <pc:spChg chg="mod">
          <ac:chgData name="Bastien Leblanc" userId="8f25de169f411b2a" providerId="LiveId" clId="{7CB10106-62E9-4C4F-A708-64DEC360ECA7}" dt="2025-05-12T09:41:22.737" v="6057" actId="20577"/>
          <ac:spMkLst>
            <pc:docMk/>
            <pc:sldMk cId="3307630737" sldId="394"/>
            <ac:spMk id="7" creationId="{2150A866-0F7D-4B00-B9D4-12CC186D8082}"/>
          </ac:spMkLst>
        </pc:spChg>
        <pc:picChg chg="add del mod">
          <ac:chgData name="Bastien Leblanc" userId="8f25de169f411b2a" providerId="LiveId" clId="{7CB10106-62E9-4C4F-A708-64DEC360ECA7}" dt="2025-05-06T13:25:13.030" v="2415" actId="478"/>
          <ac:picMkLst>
            <pc:docMk/>
            <pc:sldMk cId="3307630737" sldId="394"/>
            <ac:picMk id="3" creationId="{85A9C9A7-6971-462C-A9B2-15EF708AFB1A}"/>
          </ac:picMkLst>
        </pc:picChg>
        <pc:picChg chg="add del mod">
          <ac:chgData name="Bastien Leblanc" userId="8f25de169f411b2a" providerId="LiveId" clId="{7CB10106-62E9-4C4F-A708-64DEC360ECA7}" dt="2025-05-06T13:16:34.253" v="2304" actId="478"/>
          <ac:picMkLst>
            <pc:docMk/>
            <pc:sldMk cId="3307630737" sldId="394"/>
            <ac:picMk id="4" creationId="{627CE7D7-0AAD-4211-A173-A7CD4459BEBB}"/>
          </ac:picMkLst>
        </pc:picChg>
        <pc:picChg chg="add mod">
          <ac:chgData name="Bastien Leblanc" userId="8f25de169f411b2a" providerId="LiveId" clId="{7CB10106-62E9-4C4F-A708-64DEC360ECA7}" dt="2025-05-06T13:25:23.005" v="2420" actId="14861"/>
          <ac:picMkLst>
            <pc:docMk/>
            <pc:sldMk cId="3307630737" sldId="394"/>
            <ac:picMk id="6" creationId="{997CF304-29A1-41F7-BEA6-1740A1F55004}"/>
          </ac:picMkLst>
        </pc:picChg>
      </pc:sldChg>
      <pc:sldChg chg="add del setBg">
        <pc:chgData name="Bastien Leblanc" userId="8f25de169f411b2a" providerId="LiveId" clId="{7CB10106-62E9-4C4F-A708-64DEC360ECA7}" dt="2025-05-06T08:31:10.676" v="499" actId="47"/>
        <pc:sldMkLst>
          <pc:docMk/>
          <pc:sldMk cId="3489417082" sldId="394"/>
        </pc:sldMkLst>
      </pc:sldChg>
      <pc:sldChg chg="addSp delSp modSp add mod setBg modNotesTx">
        <pc:chgData name="Bastien Leblanc" userId="8f25de169f411b2a" providerId="LiveId" clId="{7CB10106-62E9-4C4F-A708-64DEC360ECA7}" dt="2025-05-12T09:51:49.391" v="6799" actId="20577"/>
        <pc:sldMkLst>
          <pc:docMk/>
          <pc:sldMk cId="612812532" sldId="395"/>
        </pc:sldMkLst>
        <pc:spChg chg="mod">
          <ac:chgData name="Bastien Leblanc" userId="8f25de169f411b2a" providerId="LiveId" clId="{7CB10106-62E9-4C4F-A708-64DEC360ECA7}" dt="2025-05-06T13:54:34.813" v="3981" actId="207"/>
          <ac:spMkLst>
            <pc:docMk/>
            <pc:sldMk cId="612812532" sldId="395"/>
            <ac:spMk id="7" creationId="{2150A866-0F7D-4B00-B9D4-12CC186D8082}"/>
          </ac:spMkLst>
        </pc:spChg>
        <pc:picChg chg="add del mod">
          <ac:chgData name="Bastien Leblanc" userId="8f25de169f411b2a" providerId="LiveId" clId="{7CB10106-62E9-4C4F-A708-64DEC360ECA7}" dt="2025-05-06T13:22:20.947" v="2408" actId="478"/>
          <ac:picMkLst>
            <pc:docMk/>
            <pc:sldMk cId="612812532" sldId="395"/>
            <ac:picMk id="3" creationId="{4AB29F72-D4A4-4D3C-A4F0-56DE33BB492B}"/>
          </ac:picMkLst>
        </pc:picChg>
        <pc:picChg chg="add mod">
          <ac:chgData name="Bastien Leblanc" userId="8f25de169f411b2a" providerId="LiveId" clId="{7CB10106-62E9-4C4F-A708-64DEC360ECA7}" dt="2025-05-06T13:23:59.875" v="2414" actId="14861"/>
          <ac:picMkLst>
            <pc:docMk/>
            <pc:sldMk cId="612812532" sldId="395"/>
            <ac:picMk id="5" creationId="{A1267B38-E813-45B7-B1E2-9F38080B4560}"/>
          </ac:picMkLst>
        </pc:picChg>
      </pc:sldChg>
      <pc:sldChg chg="addSp delSp modSp add mod">
        <pc:chgData name="Bastien Leblanc" userId="8f25de169f411b2a" providerId="LiveId" clId="{7CB10106-62E9-4C4F-A708-64DEC360ECA7}" dt="2025-05-06T13:54:45.069" v="3983" actId="207"/>
        <pc:sldMkLst>
          <pc:docMk/>
          <pc:sldMk cId="2883335607" sldId="396"/>
        </pc:sldMkLst>
        <pc:spChg chg="add del mod">
          <ac:chgData name="Bastien Leblanc" userId="8f25de169f411b2a" providerId="LiveId" clId="{7CB10106-62E9-4C4F-A708-64DEC360ECA7}" dt="2025-05-06T13:54:45.069" v="3983" actId="207"/>
          <ac:spMkLst>
            <pc:docMk/>
            <pc:sldMk cId="2883335607" sldId="396"/>
            <ac:spMk id="3" creationId="{C0469165-404D-4293-8B88-BA9E533E4144}"/>
          </ac:spMkLst>
        </pc:spChg>
        <pc:spChg chg="add del mod">
          <ac:chgData name="Bastien Leblanc" userId="8f25de169f411b2a" providerId="LiveId" clId="{7CB10106-62E9-4C4F-A708-64DEC360ECA7}" dt="2025-05-06T08:31:43.682" v="505" actId="478"/>
          <ac:spMkLst>
            <pc:docMk/>
            <pc:sldMk cId="2883335607" sldId="396"/>
            <ac:spMk id="4" creationId="{11669FEB-645A-4BF2-A801-2819ECB7B2A2}"/>
          </ac:spMkLst>
        </pc:spChg>
        <pc:picChg chg="mod">
          <ac:chgData name="Bastien Leblanc" userId="8f25de169f411b2a" providerId="LiveId" clId="{7CB10106-62E9-4C4F-A708-64DEC360ECA7}" dt="2025-05-06T08:32:30.390" v="538"/>
          <ac:picMkLst>
            <pc:docMk/>
            <pc:sldMk cId="2883335607" sldId="396"/>
            <ac:picMk id="5" creationId="{C62AB762-8187-4504-9292-79918DF81039}"/>
          </ac:picMkLst>
        </pc:picChg>
        <pc:picChg chg="mod">
          <ac:chgData name="Bastien Leblanc" userId="8f25de169f411b2a" providerId="LiveId" clId="{7CB10106-62E9-4C4F-A708-64DEC360ECA7}" dt="2025-05-06T08:33:40.254" v="603" actId="29295"/>
          <ac:picMkLst>
            <pc:docMk/>
            <pc:sldMk cId="2883335607" sldId="396"/>
            <ac:picMk id="16" creationId="{E088D169-13AC-4A42-AD8A-BF9E1B02036E}"/>
          </ac:picMkLst>
        </pc:picChg>
      </pc:sldChg>
      <pc:sldChg chg="addSp delSp modSp add mod setBg modNotesTx">
        <pc:chgData name="Bastien Leblanc" userId="8f25de169f411b2a" providerId="LiveId" clId="{7CB10106-62E9-4C4F-A708-64DEC360ECA7}" dt="2025-05-12T09:51:46.465" v="6798" actId="20577"/>
        <pc:sldMkLst>
          <pc:docMk/>
          <pc:sldMk cId="2027979467" sldId="397"/>
        </pc:sldMkLst>
        <pc:spChg chg="mod">
          <ac:chgData name="Bastien Leblanc" userId="8f25de169f411b2a" providerId="LiveId" clId="{7CB10106-62E9-4C4F-A708-64DEC360ECA7}" dt="2025-05-12T09:41:25.927" v="6058" actId="20577"/>
          <ac:spMkLst>
            <pc:docMk/>
            <pc:sldMk cId="2027979467" sldId="397"/>
            <ac:spMk id="7" creationId="{2150A866-0F7D-4B00-B9D4-12CC186D8082}"/>
          </ac:spMkLst>
        </pc:spChg>
        <pc:picChg chg="add del mod">
          <ac:chgData name="Bastien Leblanc" userId="8f25de169f411b2a" providerId="LiveId" clId="{7CB10106-62E9-4C4F-A708-64DEC360ECA7}" dt="2025-05-06T13:26:49.916" v="2426" actId="478"/>
          <ac:picMkLst>
            <pc:docMk/>
            <pc:sldMk cId="2027979467" sldId="397"/>
            <ac:picMk id="3" creationId="{44BB5791-23EE-4D8F-9AB1-28D9388AAEF5}"/>
          </ac:picMkLst>
        </pc:picChg>
        <pc:picChg chg="add del mod">
          <ac:chgData name="Bastien Leblanc" userId="8f25de169f411b2a" providerId="LiveId" clId="{7CB10106-62E9-4C4F-A708-64DEC360ECA7}" dt="2025-05-06T13:01:39.262" v="2091" actId="478"/>
          <ac:picMkLst>
            <pc:docMk/>
            <pc:sldMk cId="2027979467" sldId="397"/>
            <ac:picMk id="4" creationId="{489DD9C0-2576-4938-94A0-E2C1B3306305}"/>
          </ac:picMkLst>
        </pc:picChg>
        <pc:picChg chg="add mod">
          <ac:chgData name="Bastien Leblanc" userId="8f25de169f411b2a" providerId="LiveId" clId="{7CB10106-62E9-4C4F-A708-64DEC360ECA7}" dt="2025-05-06T13:27:10.440" v="2430" actId="14861"/>
          <ac:picMkLst>
            <pc:docMk/>
            <pc:sldMk cId="2027979467" sldId="397"/>
            <ac:picMk id="6" creationId="{4FA6B738-A09A-437A-80C4-F804E883A1AC}"/>
          </ac:picMkLst>
        </pc:picChg>
      </pc:sldChg>
      <pc:sldChg chg="addSp delSp modSp add mod ord setBg">
        <pc:chgData name="Bastien Leblanc" userId="8f25de169f411b2a" providerId="LiveId" clId="{7CB10106-62E9-4C4F-A708-64DEC360ECA7}" dt="2025-05-12T09:50:54.663" v="6792" actId="1076"/>
        <pc:sldMkLst>
          <pc:docMk/>
          <pc:sldMk cId="1048731936" sldId="398"/>
        </pc:sldMkLst>
        <pc:spChg chg="add mod">
          <ac:chgData name="Bastien Leblanc" userId="8f25de169f411b2a" providerId="LiveId" clId="{7CB10106-62E9-4C4F-A708-64DEC360ECA7}" dt="2025-05-12T09:50:54.663" v="6792" actId="1076"/>
          <ac:spMkLst>
            <pc:docMk/>
            <pc:sldMk cId="1048731936" sldId="398"/>
            <ac:spMk id="4" creationId="{37F79B1D-D5D0-4BDF-962F-7CC652E7C698}"/>
          </ac:spMkLst>
        </pc:spChg>
        <pc:spChg chg="mod">
          <ac:chgData name="Bastien Leblanc" userId="8f25de169f411b2a" providerId="LiveId" clId="{7CB10106-62E9-4C4F-A708-64DEC360ECA7}" dt="2025-05-09T13:39:38.143" v="5950" actId="20577"/>
          <ac:spMkLst>
            <pc:docMk/>
            <pc:sldMk cId="1048731936" sldId="398"/>
            <ac:spMk id="7" creationId="{2150A866-0F7D-4B00-B9D4-12CC186D8082}"/>
          </ac:spMkLst>
        </pc:spChg>
        <pc:graphicFrameChg chg="add del mod modGraphic">
          <ac:chgData name="Bastien Leblanc" userId="8f25de169f411b2a" providerId="LiveId" clId="{7CB10106-62E9-4C4F-A708-64DEC360ECA7}" dt="2025-05-06T13:34:39.288" v="2970" actId="478"/>
          <ac:graphicFrameMkLst>
            <pc:docMk/>
            <pc:sldMk cId="1048731936" sldId="398"/>
            <ac:graphicFrameMk id="2" creationId="{AD2BE944-4413-4D2D-B9E1-B3FDA03CD4ED}"/>
          </ac:graphicFrameMkLst>
        </pc:graphicFrameChg>
      </pc:sldChg>
      <pc:sldChg chg="add del setBg">
        <pc:chgData name="Bastien Leblanc" userId="8f25de169f411b2a" providerId="LiveId" clId="{7CB10106-62E9-4C4F-A708-64DEC360ECA7}" dt="2025-05-06T08:38:33.064" v="707" actId="47"/>
        <pc:sldMkLst>
          <pc:docMk/>
          <pc:sldMk cId="1772307581" sldId="398"/>
        </pc:sldMkLst>
      </pc:sldChg>
      <pc:sldMasterChg chg="setBg modSldLayout">
        <pc:chgData name="Bastien Leblanc" userId="8f25de169f411b2a" providerId="LiveId" clId="{7CB10106-62E9-4C4F-A708-64DEC360ECA7}" dt="2025-05-06T08:44:41.466" v="764"/>
        <pc:sldMasterMkLst>
          <pc:docMk/>
          <pc:sldMasterMk cId="1201637337" sldId="2147483661"/>
        </pc:sldMasterMkLst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064330933" sldId="2147483664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2287679408" sldId="2147483668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010742235" sldId="2147483670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095102497" sldId="2147483682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747909190" sldId="2147483684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346047189" sldId="2147483685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1457192" sldId="2147483686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229123849" sldId="2147483687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993146749" sldId="2147483688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2084993849" sldId="2147483690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677679537" sldId="2147483694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758894985" sldId="2147483696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855805691" sldId="2147483697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2200143690" sldId="2147483698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892284565" sldId="2147483699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2147851707" sldId="2147483700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851266616" sldId="2147483701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722751062" sldId="2147483702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984044462" sldId="2147483703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680612542" sldId="2147483704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312810297" sldId="2147483705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204042448" sldId="2147483706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4069412833" sldId="2147483707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614034923" sldId="2147483708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33002970" sldId="2147483709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4189512581" sldId="2147483710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657743782" sldId="2147483711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767755739" sldId="2147483712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2153287191" sldId="2147483714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3109163177" sldId="2147483715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92967834" sldId="2147483716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570036867" sldId="2147483717"/>
          </pc:sldLayoutMkLst>
        </pc:sldLayoutChg>
        <pc:sldLayoutChg chg="setBg">
          <pc:chgData name="Bastien Leblanc" userId="8f25de169f411b2a" providerId="LiveId" clId="{7CB10106-62E9-4C4F-A708-64DEC360ECA7}" dt="2025-05-06T08:44:41.466" v="764"/>
          <pc:sldLayoutMkLst>
            <pc:docMk/>
            <pc:sldMasterMk cId="1201637337" sldId="2147483661"/>
            <pc:sldLayoutMk cId="1865784087" sldId="214748371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0CC5FF20-094C-4B4C-8503-77856AD48D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AB9C37-3162-492E-B7A4-B3468F930D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28ADD3D-4D08-435D-BE9D-3ACA914CFAE0}" type="datetime1">
              <a:rPr lang="fr-FR" smtClean="0"/>
              <a:t>12/05/2025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5772A6-A2D0-4E9E-A5BB-A4C5956808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3B8032-AFD5-4AF4-B658-6795E74657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D7D5C99-9F83-458D-90B6-E6ED176E7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3212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E6E98D0-9C5A-4822-B038-2D527B2B0D7B}" type="datetime1">
              <a:rPr lang="fr-FR" noProof="0" smtClean="0"/>
              <a:t>12/05/2025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99B8ACA-7904-40BD-B38E-FD81EA5319F6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06622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99B8ACA-7904-40BD-B38E-FD81EA5319F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489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21813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492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1951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88052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9862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33798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99B8ACA-7904-40BD-B38E-FD81EA5319F6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1872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99B8ACA-7904-40BD-B38E-FD81EA5319F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85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1AB1659C-931B-4D88-9E3F-38E1657855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086024"/>
            <a:ext cx="12192000" cy="3771976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34CD67-C668-42E8-AC37-E29C76B02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1" y="253423"/>
            <a:ext cx="11477512" cy="1476039"/>
          </a:xfrm>
        </p:spPr>
        <p:txBody>
          <a:bodyPr rtlCol="0" anchor="b">
            <a:noAutofit/>
          </a:bodyPr>
          <a:lstStyle>
            <a:lvl1pPr algn="l">
              <a:defRPr sz="660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FD748F-42E3-495F-974D-1BDF0F1FA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499" y="1746836"/>
            <a:ext cx="9308752" cy="638022"/>
          </a:xfrm>
        </p:spPr>
        <p:txBody>
          <a:bodyPr rtlCol="0">
            <a:normAutofit/>
          </a:bodyPr>
          <a:lstStyle>
            <a:lvl1pPr marL="0" indent="0" algn="l">
              <a:buNone/>
              <a:defRPr sz="3600" i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09510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tête de section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E2097EA0-E1A4-437B-A23F-488927B95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785104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74790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11724400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9144000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522CA51A-0C04-4FC6-8732-A2C2343AF5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401387" y="877386"/>
            <a:ext cx="2562683" cy="228601"/>
          </a:xfrm>
        </p:spPr>
        <p:txBody>
          <a:bodyPr rtlCol="0">
            <a:normAutofit/>
          </a:bodyPr>
          <a:lstStyle>
            <a:lvl1pPr marL="0" indent="0" algn="r">
              <a:buNone/>
              <a:defRPr sz="11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7220" y="1181100"/>
            <a:ext cx="5790659" cy="56769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20775" y="129004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27995" y="1576050"/>
            <a:ext cx="5909765" cy="1778314"/>
          </a:xfrm>
        </p:spPr>
        <p:txBody>
          <a:bodyPr numCol="2" rtlCol="0">
            <a:normAutofit/>
          </a:bodyPr>
          <a:lstStyle>
            <a:lvl1pPr marL="233363" indent="-233363">
              <a:lnSpc>
                <a:spcPct val="10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rgbClr val="535C1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C7B6AD5B-AEF5-4540-940C-B1E1FEA3BCA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18265" y="340659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2D6ECAC-8814-4C60-BF83-103E85E412C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18265" y="3734155"/>
            <a:ext cx="5919495" cy="2531389"/>
          </a:xfrm>
        </p:spPr>
        <p:txBody>
          <a:bodyPr numCol="2" rtlCol="0">
            <a:normAutofit/>
          </a:bodyPr>
          <a:lstStyle>
            <a:lvl1pPr marL="0" indent="0"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rgbClr val="535C1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75460" y="4992427"/>
            <a:ext cx="1944124" cy="1020891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8265" y="6291373"/>
            <a:ext cx="5919495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106433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A2E64D-B280-49F7-95F5-CD6A24C1EC9B}"/>
              </a:ext>
            </a:extLst>
          </p:cNvPr>
          <p:cNvSpPr/>
          <p:nvPr userDrawn="1"/>
        </p:nvSpPr>
        <p:spPr>
          <a:xfrm>
            <a:off x="8673395" y="0"/>
            <a:ext cx="3518604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042842" y="493212"/>
            <a:ext cx="2856467" cy="5691020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034339" y="16710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8688635" cy="11811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781224"/>
            <a:ext cx="5296301" cy="399876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60035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" y="3898410"/>
            <a:ext cx="2852929" cy="118110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051718" y="6254225"/>
            <a:ext cx="2856467" cy="485941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1216BA9B-211A-403E-8645-BA7B4B2376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32432" y="1516966"/>
            <a:ext cx="2194560" cy="150876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B934946C-9253-40AA-84F7-378E3106E76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5169" y="1516966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9756" y="1078689"/>
            <a:ext cx="2852928" cy="2798064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EED0BB26-D2F7-4112-BAFC-D9A66C9DD5EE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3525169" y="3337745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647B97E8-F206-4899-A05D-3CEA7763CBD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525169" y="5134461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00F5F5B-FD46-4295-B012-F670E320EA6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2432" y="3317693"/>
            <a:ext cx="2194560" cy="150876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15085C5-1FA2-4C89-A410-A151654D409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2432" y="5118419"/>
            <a:ext cx="2194560" cy="150876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DE36BD91-F42B-477D-9347-DBA3C0FDC2DB}"/>
              </a:ext>
            </a:extLst>
          </p:cNvPr>
          <p:cNvSpPr txBox="1"/>
          <p:nvPr userDrawn="1"/>
        </p:nvSpPr>
        <p:spPr>
          <a:xfrm>
            <a:off x="3107833" y="1400373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8F6A3EC1-DE16-42B6-9619-DF093A5C3C27}"/>
              </a:ext>
            </a:extLst>
          </p:cNvPr>
          <p:cNvSpPr txBox="1"/>
          <p:nvPr userDrawn="1"/>
        </p:nvSpPr>
        <p:spPr>
          <a:xfrm>
            <a:off x="3107833" y="3266751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0B4FCA4B-1DE9-4156-B6E1-F7E32DF05D27}"/>
              </a:ext>
            </a:extLst>
          </p:cNvPr>
          <p:cNvSpPr txBox="1"/>
          <p:nvPr userDrawn="1"/>
        </p:nvSpPr>
        <p:spPr>
          <a:xfrm>
            <a:off x="3107833" y="5007869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8767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8476971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76971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936113" y="6291373"/>
            <a:ext cx="3001647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51D8D2EE-CE39-4FED-B22E-D2513633F89E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8946371" y="1604354"/>
            <a:ext cx="2991390" cy="4678292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0A7E883A-5927-45B9-A5FB-8EFF513E0CA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946371" y="1295400"/>
            <a:ext cx="3024249" cy="300227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85FEB9CB-F2B1-47F4-9097-30FAF79429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1380" y="1313129"/>
            <a:ext cx="2560320" cy="256032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8F989E1-F209-41C2-AEC2-BDDDEE48E1E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625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45707C7B-9828-45A7-AF95-4A3BE756BBB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168076" y="1313129"/>
            <a:ext cx="2560320" cy="256032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1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56FDA5AA-A766-4B21-8377-9267FFBAE3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4771" y="1313129"/>
            <a:ext cx="2560320" cy="256032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5771C520-4E5C-4853-AE35-F250CB8FB5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3412236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5C64EC75-B525-40E2-B054-6BA5895D07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349484" y="3878284"/>
            <a:ext cx="2325607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27">
            <a:extLst>
              <a:ext uri="{FF2B5EF4-FFF2-40B4-BE49-F238E27FC236}">
                <a16:creationId xmlns:a16="http://schemas.microsoft.com/office/drawing/2014/main" id="{394C56F0-EE6F-474D-AB99-995F044BC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6371" y="213824"/>
            <a:ext cx="2991389" cy="95208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Zone de texte 1">
            <a:extLst>
              <a:ext uri="{FF2B5EF4-FFF2-40B4-BE49-F238E27FC236}">
                <a16:creationId xmlns:a16="http://schemas.microsoft.com/office/drawing/2014/main" id="{920B6783-0F8B-4A69-A5F6-7CB50E2B23A8}"/>
              </a:ext>
            </a:extLst>
          </p:cNvPr>
          <p:cNvSpPr txBox="1"/>
          <p:nvPr userDrawn="1"/>
        </p:nvSpPr>
        <p:spPr>
          <a:xfrm>
            <a:off x="145082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CC4D1335-DA11-4DAC-BCA6-7BB8B148C97F}"/>
              </a:ext>
            </a:extLst>
          </p:cNvPr>
          <p:cNvSpPr txBox="1"/>
          <p:nvPr userDrawn="1"/>
        </p:nvSpPr>
        <p:spPr>
          <a:xfrm>
            <a:off x="3098093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CB8EECED-0609-4B4F-AE03-A4F22DF062BA}"/>
              </a:ext>
            </a:extLst>
          </p:cNvPr>
          <p:cNvSpPr txBox="1"/>
          <p:nvPr userDrawn="1"/>
        </p:nvSpPr>
        <p:spPr>
          <a:xfrm>
            <a:off x="6051104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499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6D41EDA9-50CC-431D-A9E2-D8B28F1D9DD2}"/>
              </a:ext>
            </a:extLst>
          </p:cNvPr>
          <p:cNvSpPr/>
          <p:nvPr userDrawn="1"/>
        </p:nvSpPr>
        <p:spPr>
          <a:xfrm>
            <a:off x="-15240" y="0"/>
            <a:ext cx="5788152" cy="11811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366211" y="8595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4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1" y="165960"/>
            <a:ext cx="5559552" cy="634092"/>
          </a:xfrm>
        </p:spPr>
        <p:txBody>
          <a:bodyPr rtlCol="0">
            <a:normAutofit/>
          </a:bodyPr>
          <a:lstStyle>
            <a:lvl1pPr algn="r">
              <a:defRPr sz="25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15BB6-BF7A-460B-81E4-6CA74B3B1A58}"/>
              </a:ext>
            </a:extLst>
          </p:cNvPr>
          <p:cNvSpPr/>
          <p:nvPr userDrawn="1"/>
        </p:nvSpPr>
        <p:spPr>
          <a:xfrm>
            <a:off x="0" y="1181101"/>
            <a:ext cx="5788152" cy="5676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4077" y="129986"/>
            <a:ext cx="1472184" cy="1444752"/>
          </a:xfrm>
          <a:solidFill>
            <a:schemeClr val="bg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7" name="Espace réservé du texte 27">
            <a:extLst>
              <a:ext uri="{FF2B5EF4-FFF2-40B4-BE49-F238E27FC236}">
                <a16:creationId xmlns:a16="http://schemas.microsoft.com/office/drawing/2014/main" id="{7B211DA6-5909-4778-ACCB-FDDE1061AE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078" y="1886336"/>
            <a:ext cx="1472184" cy="1971790"/>
          </a:xfrm>
          <a:noFill/>
          <a:ln>
            <a:noFill/>
          </a:ln>
        </p:spPr>
        <p:txBody>
          <a:bodyPr tIns="91440" bIns="91440" rtlCol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5EFB9AC3-DB43-4B4E-B74E-1ED156A1851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933678" y="1886336"/>
            <a:ext cx="3745227" cy="4516873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1808718C-849A-4063-A7DB-6A25E4823A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942554" y="6477581"/>
            <a:ext cx="3735869" cy="326903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Ajouter des informations nutritionnelles</a:t>
            </a:r>
          </a:p>
        </p:txBody>
      </p:sp>
      <p:sp>
        <p:nvSpPr>
          <p:cNvPr id="37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DBABE7C-83A0-42FB-9AB1-BD7454D910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17143" y="296778"/>
            <a:ext cx="1874380" cy="13716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AA38BAD-E577-44E5-8652-7EB8884D85D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017143" y="1921978"/>
            <a:ext cx="1874380" cy="13716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9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31089E30-35D5-4B63-962C-E69262F8A31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17143" y="3547178"/>
            <a:ext cx="1874380" cy="13716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94891CE-B5DF-4EC9-BCD1-007200ADE6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017662" y="5172377"/>
            <a:ext cx="1874380" cy="13716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55A40829-372A-4BD2-9DFD-55A1E0FC7A6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55381" y="269869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D3ED1463-3FDC-4F77-A490-BB128AEB35E9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8155381" y="1903490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66CBE1DF-E937-4AEA-A7F9-8B809516E33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55381" y="3537111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4C47130C-295F-469B-8A2F-DACEF5B5A59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927739" y="1480561"/>
            <a:ext cx="3745227" cy="31324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A93AA9FB-7091-4FF0-8330-340B0A90ACBB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8155381" y="5170732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F58024DC-2BD1-48B2-9B50-F47B3CEF4820}"/>
              </a:ext>
            </a:extLst>
          </p:cNvPr>
          <p:cNvSpPr txBox="1"/>
          <p:nvPr userDrawn="1"/>
        </p:nvSpPr>
        <p:spPr>
          <a:xfrm>
            <a:off x="7888697" y="269869"/>
            <a:ext cx="31931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277DCCC3-3098-4343-B77B-3D23E8F17FFD}"/>
              </a:ext>
            </a:extLst>
          </p:cNvPr>
          <p:cNvSpPr txBox="1"/>
          <p:nvPr userDrawn="1"/>
        </p:nvSpPr>
        <p:spPr>
          <a:xfrm>
            <a:off x="7888696" y="1902428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Zone de texte 25">
            <a:extLst>
              <a:ext uri="{FF2B5EF4-FFF2-40B4-BE49-F238E27FC236}">
                <a16:creationId xmlns:a16="http://schemas.microsoft.com/office/drawing/2014/main" id="{47D9CE1B-5D25-4C27-8C90-7CA8B8B1E7EF}"/>
              </a:ext>
            </a:extLst>
          </p:cNvPr>
          <p:cNvSpPr txBox="1"/>
          <p:nvPr userDrawn="1"/>
        </p:nvSpPr>
        <p:spPr>
          <a:xfrm>
            <a:off x="7888696" y="3534987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8" name="Zone de texte 27">
            <a:extLst>
              <a:ext uri="{FF2B5EF4-FFF2-40B4-BE49-F238E27FC236}">
                <a16:creationId xmlns:a16="http://schemas.microsoft.com/office/drawing/2014/main" id="{E4D750E6-AF88-4742-9ABE-63A5217AD198}"/>
              </a:ext>
            </a:extLst>
          </p:cNvPr>
          <p:cNvSpPr txBox="1"/>
          <p:nvPr userDrawn="1"/>
        </p:nvSpPr>
        <p:spPr>
          <a:xfrm>
            <a:off x="7888696" y="5167546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107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EDAB7103-706C-4D50-B9D9-030D5A29D5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98464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3543EB-1130-40DD-B0F4-C970AF34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877824"/>
            <a:ext cx="11265408" cy="1179576"/>
          </a:xfrm>
          <a:solidFill>
            <a:schemeClr val="accent2">
              <a:lumMod val="50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36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40284018-877E-48C8-A60E-5EA184B0B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8" y="0"/>
            <a:ext cx="5879593" cy="877824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>
                <a:solidFill>
                  <a:schemeClr val="accent2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61167B6-9741-49DA-A7AF-E1A3352D10C8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8785299" y="17358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13599A2-48DF-45BA-9425-12A5FBCF838E}"/>
              </a:ext>
            </a:extLst>
          </p:cNvPr>
          <p:cNvSpPr/>
          <p:nvPr userDrawn="1"/>
        </p:nvSpPr>
        <p:spPr>
          <a:xfrm>
            <a:off x="5992994" y="6316980"/>
            <a:ext cx="6199006" cy="541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5E29445D-5852-4685-99FA-F6D0EEB71907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96000" y="218153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F8A5A1E2-D455-4943-B46C-912CF46ABA9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95999" y="2449317"/>
            <a:ext cx="5879592" cy="1801368"/>
          </a:xfrm>
          <a:noFill/>
        </p:spPr>
        <p:txBody>
          <a:bodyPr wrap="square" numCol="2" spcCol="4572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i="1" dirty="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03CEA5B5-2DFF-4730-B1C1-7297D81876B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95999" y="4250685"/>
            <a:ext cx="5879592" cy="201485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2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2B63EEB8-169F-4E42-8938-2B33C50057D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95997" y="6366423"/>
            <a:ext cx="5879593" cy="398762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Ajouter des informations nutritionnelles</a:t>
            </a:r>
          </a:p>
        </p:txBody>
      </p:sp>
    </p:spTree>
    <p:extLst>
      <p:ext uri="{BB962C8B-B14F-4D97-AF65-F5344CB8AC3E}">
        <p14:creationId xmlns:p14="http://schemas.microsoft.com/office/powerpoint/2010/main" val="215328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-tête de section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0EBF2F49-7BE2-47B1-8BC4-A7641CB89A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78233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134604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7220" y="1181100"/>
            <a:ext cx="5790659" cy="56769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2D6ECAC-8814-4C60-BF83-103E85E412C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18265" y="3734155"/>
            <a:ext cx="5919495" cy="253138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6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C7B6AD5B-AEF5-4540-940C-B1E1FEA3BCA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18265" y="340659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27995" y="1576050"/>
            <a:ext cx="5909765" cy="1778314"/>
          </a:xfrm>
        </p:spPr>
        <p:txBody>
          <a:bodyPr numCol="2" rtlCol="0">
            <a:normAutofit/>
          </a:bodyPr>
          <a:lstStyle>
            <a:lvl1pPr marL="233363" indent="-233363">
              <a:lnSpc>
                <a:spcPct val="10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20775" y="129004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522CA51A-0C04-4FC6-8732-A2C2343AF5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401387" y="877386"/>
            <a:ext cx="2562683" cy="228601"/>
          </a:xfrm>
        </p:spPr>
        <p:txBody>
          <a:bodyPr rtlCol="0">
            <a:normAutofit/>
          </a:bodyPr>
          <a:lstStyle>
            <a:lvl1pPr marL="0" indent="0" algn="r">
              <a:buNone/>
              <a:defRPr sz="11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9144000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11724400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75460" y="4992427"/>
            <a:ext cx="1944124" cy="1020891"/>
          </a:xfr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8265" y="6291373"/>
            <a:ext cx="5919495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185580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A2E64D-B280-49F7-95F5-CD6A24C1EC9B}"/>
              </a:ext>
            </a:extLst>
          </p:cNvPr>
          <p:cNvSpPr/>
          <p:nvPr userDrawn="1"/>
        </p:nvSpPr>
        <p:spPr>
          <a:xfrm>
            <a:off x="8673395" y="0"/>
            <a:ext cx="3518604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042842" y="493212"/>
            <a:ext cx="2856467" cy="5691020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034339" y="16710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8688635" cy="11811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781224"/>
            <a:ext cx="5296301" cy="399876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60035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" y="3898410"/>
            <a:ext cx="2852929" cy="118110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051718" y="6254225"/>
            <a:ext cx="2856467" cy="485941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1216BA9B-211A-403E-8645-BA7B4B2376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32432" y="1516966"/>
            <a:ext cx="2194560" cy="150876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B934946C-9253-40AA-84F7-378E3106E76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5169" y="1516966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9756" y="1078689"/>
            <a:ext cx="2852928" cy="2798064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EED0BB26-D2F7-4112-BAFC-D9A66C9DD5EE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3525169" y="3337745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647B97E8-F206-4899-A05D-3CEA7763CBD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525169" y="5134461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00F5F5B-FD46-4295-B012-F670E320EA6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2432" y="3317693"/>
            <a:ext cx="2194560" cy="150876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15085C5-1FA2-4C89-A410-A151654D409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2432" y="5118419"/>
            <a:ext cx="2194560" cy="150876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DE36BD91-F42B-477D-9347-DBA3C0FDC2DB}"/>
              </a:ext>
            </a:extLst>
          </p:cNvPr>
          <p:cNvSpPr txBox="1"/>
          <p:nvPr userDrawn="1"/>
        </p:nvSpPr>
        <p:spPr>
          <a:xfrm>
            <a:off x="3107833" y="1400373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8F6A3EC1-DE16-42B6-9619-DF093A5C3C27}"/>
              </a:ext>
            </a:extLst>
          </p:cNvPr>
          <p:cNvSpPr txBox="1"/>
          <p:nvPr userDrawn="1"/>
        </p:nvSpPr>
        <p:spPr>
          <a:xfrm>
            <a:off x="3107833" y="3266751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0B4FCA4B-1DE9-4156-B6E1-F7E32DF05D27}"/>
              </a:ext>
            </a:extLst>
          </p:cNvPr>
          <p:cNvSpPr txBox="1"/>
          <p:nvPr userDrawn="1"/>
        </p:nvSpPr>
        <p:spPr>
          <a:xfrm>
            <a:off x="3107833" y="5007869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014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8476971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76971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936113" y="6291373"/>
            <a:ext cx="3001647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51D8D2EE-CE39-4FED-B22E-D2513633F89E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8946371" y="1604354"/>
            <a:ext cx="2991390" cy="4678292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0A7E883A-5927-45B9-A5FB-8EFF513E0CA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946371" y="1295400"/>
            <a:ext cx="3024249" cy="300227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85FEB9CB-F2B1-47F4-9097-30FAF79429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1380" y="1313129"/>
            <a:ext cx="2560320" cy="25603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8F989E1-F209-41C2-AEC2-BDDDEE48E1E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625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45707C7B-9828-45A7-AF95-4A3BE756BBB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168076" y="1313129"/>
            <a:ext cx="2560320" cy="25603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1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56FDA5AA-A766-4B21-8377-9267FFBAE3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4771" y="1313129"/>
            <a:ext cx="2560320" cy="256032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5771C520-4E5C-4853-AE35-F250CB8FB5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3412236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5C64EC75-B525-40E2-B054-6BA5895D07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349484" y="3878284"/>
            <a:ext cx="2325607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27">
            <a:extLst>
              <a:ext uri="{FF2B5EF4-FFF2-40B4-BE49-F238E27FC236}">
                <a16:creationId xmlns:a16="http://schemas.microsoft.com/office/drawing/2014/main" id="{394C56F0-EE6F-474D-AB99-995F044BC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6371" y="213824"/>
            <a:ext cx="2991389" cy="95208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Zone de texte 1">
            <a:extLst>
              <a:ext uri="{FF2B5EF4-FFF2-40B4-BE49-F238E27FC236}">
                <a16:creationId xmlns:a16="http://schemas.microsoft.com/office/drawing/2014/main" id="{920B6783-0F8B-4A69-A5F6-7CB50E2B23A8}"/>
              </a:ext>
            </a:extLst>
          </p:cNvPr>
          <p:cNvSpPr txBox="1"/>
          <p:nvPr userDrawn="1"/>
        </p:nvSpPr>
        <p:spPr>
          <a:xfrm>
            <a:off x="145082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CC4D1335-DA11-4DAC-BCA6-7BB8B148C97F}"/>
              </a:ext>
            </a:extLst>
          </p:cNvPr>
          <p:cNvSpPr txBox="1"/>
          <p:nvPr userDrawn="1"/>
        </p:nvSpPr>
        <p:spPr>
          <a:xfrm>
            <a:off x="3098093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CB8EECED-0609-4B4F-AE03-A4F22DF062BA}"/>
              </a:ext>
            </a:extLst>
          </p:cNvPr>
          <p:cNvSpPr txBox="1"/>
          <p:nvPr userDrawn="1"/>
        </p:nvSpPr>
        <p:spPr>
          <a:xfrm>
            <a:off x="6051104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228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6D41EDA9-50CC-431D-A9E2-D8B28F1D9DD2}"/>
              </a:ext>
            </a:extLst>
          </p:cNvPr>
          <p:cNvSpPr/>
          <p:nvPr userDrawn="1"/>
        </p:nvSpPr>
        <p:spPr>
          <a:xfrm>
            <a:off x="-15240" y="0"/>
            <a:ext cx="5788152" cy="11811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366211" y="8595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4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1" y="165960"/>
            <a:ext cx="5559552" cy="634092"/>
          </a:xfrm>
        </p:spPr>
        <p:txBody>
          <a:bodyPr rtlCol="0">
            <a:normAutofit/>
          </a:bodyPr>
          <a:lstStyle>
            <a:lvl1pPr algn="r">
              <a:defRPr sz="25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15BB6-BF7A-460B-81E4-6CA74B3B1A58}"/>
              </a:ext>
            </a:extLst>
          </p:cNvPr>
          <p:cNvSpPr/>
          <p:nvPr userDrawn="1"/>
        </p:nvSpPr>
        <p:spPr>
          <a:xfrm>
            <a:off x="0" y="1181101"/>
            <a:ext cx="5788152" cy="567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4077" y="129986"/>
            <a:ext cx="1472184" cy="1444752"/>
          </a:xfrm>
          <a:solidFill>
            <a:schemeClr val="bg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7" name="Espace réservé du texte 27">
            <a:extLst>
              <a:ext uri="{FF2B5EF4-FFF2-40B4-BE49-F238E27FC236}">
                <a16:creationId xmlns:a16="http://schemas.microsoft.com/office/drawing/2014/main" id="{7B211DA6-5909-4778-ACCB-FDDE1061AE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078" y="1886336"/>
            <a:ext cx="1472184" cy="1971790"/>
          </a:xfrm>
          <a:noFill/>
          <a:ln>
            <a:noFill/>
          </a:ln>
        </p:spPr>
        <p:txBody>
          <a:bodyPr tIns="91440" bIns="91440" rtlCol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5EFB9AC3-DB43-4B4E-B74E-1ED156A1851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933678" y="1886336"/>
            <a:ext cx="3745227" cy="4516873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1808718C-849A-4063-A7DB-6A25E4823A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942554" y="6477581"/>
            <a:ext cx="3735869" cy="326903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7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DBABE7C-83A0-42FB-9AB1-BD7454D910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17143" y="296778"/>
            <a:ext cx="1874380" cy="13716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AA38BAD-E577-44E5-8652-7EB8884D85D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017143" y="1921978"/>
            <a:ext cx="1874380" cy="13716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9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31089E30-35D5-4B63-962C-E69262F8A31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17143" y="3547178"/>
            <a:ext cx="1874380" cy="13716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94891CE-B5DF-4EC9-BCD1-007200ADE6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017662" y="5172377"/>
            <a:ext cx="1874380" cy="13716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55A40829-372A-4BD2-9DFD-55A1E0FC7A6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55381" y="269869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D3ED1463-3FDC-4F77-A490-BB128AEB35E9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8155381" y="1903490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66CBE1DF-E937-4AEA-A7F9-8B809516E33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55381" y="3537111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4C47130C-295F-469B-8A2F-DACEF5B5A59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927739" y="1480561"/>
            <a:ext cx="3745227" cy="31324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A93AA9FB-7091-4FF0-8330-340B0A90ACBB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8155381" y="5170732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F58024DC-2BD1-48B2-9B50-F47B3CEF4820}"/>
              </a:ext>
            </a:extLst>
          </p:cNvPr>
          <p:cNvSpPr txBox="1"/>
          <p:nvPr userDrawn="1"/>
        </p:nvSpPr>
        <p:spPr>
          <a:xfrm>
            <a:off x="7888697" y="269869"/>
            <a:ext cx="31931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277DCCC3-3098-4343-B77B-3D23E8F17FFD}"/>
              </a:ext>
            </a:extLst>
          </p:cNvPr>
          <p:cNvSpPr txBox="1"/>
          <p:nvPr userDrawn="1"/>
        </p:nvSpPr>
        <p:spPr>
          <a:xfrm>
            <a:off x="7888696" y="1902428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Zone de texte 25">
            <a:extLst>
              <a:ext uri="{FF2B5EF4-FFF2-40B4-BE49-F238E27FC236}">
                <a16:creationId xmlns:a16="http://schemas.microsoft.com/office/drawing/2014/main" id="{47D9CE1B-5D25-4C27-8C90-7CA8B8B1E7EF}"/>
              </a:ext>
            </a:extLst>
          </p:cNvPr>
          <p:cNvSpPr txBox="1"/>
          <p:nvPr userDrawn="1"/>
        </p:nvSpPr>
        <p:spPr>
          <a:xfrm>
            <a:off x="7888696" y="3534987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8" name="Zone de texte 27">
            <a:extLst>
              <a:ext uri="{FF2B5EF4-FFF2-40B4-BE49-F238E27FC236}">
                <a16:creationId xmlns:a16="http://schemas.microsoft.com/office/drawing/2014/main" id="{E4D750E6-AF88-4742-9ABE-63A5217AD198}"/>
              </a:ext>
            </a:extLst>
          </p:cNvPr>
          <p:cNvSpPr txBox="1"/>
          <p:nvPr userDrawn="1"/>
        </p:nvSpPr>
        <p:spPr>
          <a:xfrm>
            <a:off x="7888696" y="5167546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47851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EDAB7103-706C-4D50-B9D9-030D5A29D5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98464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84E944-0F47-4F5B-B61F-BAC4E53A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877824"/>
            <a:ext cx="11265408" cy="1179576"/>
          </a:xfr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36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40284018-877E-48C8-A60E-5EA184B0B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8" y="0"/>
            <a:ext cx="5879593" cy="877824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61167B6-9741-49DA-A7AF-E1A3352D10C8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8785299" y="17358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13599A2-48DF-45BA-9425-12A5FBCF838E}"/>
              </a:ext>
            </a:extLst>
          </p:cNvPr>
          <p:cNvSpPr/>
          <p:nvPr userDrawn="1"/>
        </p:nvSpPr>
        <p:spPr>
          <a:xfrm>
            <a:off x="5992994" y="6316980"/>
            <a:ext cx="6199006" cy="5410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5E29445D-5852-4685-99FA-F6D0EEB71907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96000" y="218153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F8A5A1E2-D455-4943-B46C-912CF46ABA9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95999" y="2449317"/>
            <a:ext cx="5879592" cy="1801368"/>
          </a:xfrm>
          <a:noFill/>
        </p:spPr>
        <p:txBody>
          <a:bodyPr wrap="square" numCol="2" spcCol="4572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i="1" dirty="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03CEA5B5-2DFF-4730-B1C1-7297D81876B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95999" y="4250685"/>
            <a:ext cx="5879592" cy="201485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6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2B63EEB8-169F-4E42-8938-2B33C50057D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95997" y="6366423"/>
            <a:ext cx="5879593" cy="398762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10916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-tête de section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4EB3484B-5E1B-4FB8-9C34-B8AAEEA2C6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79120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11457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7220" y="1181100"/>
            <a:ext cx="5790659" cy="56769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2D6ECAC-8814-4C60-BF83-103E85E412C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18265" y="3734155"/>
            <a:ext cx="5919495" cy="253138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3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C7B6AD5B-AEF5-4540-940C-B1E1FEA3BCA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18265" y="340659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27995" y="1576050"/>
            <a:ext cx="5909765" cy="1778314"/>
          </a:xfrm>
        </p:spPr>
        <p:txBody>
          <a:bodyPr numCol="2" rtlCol="0">
            <a:normAutofit/>
          </a:bodyPr>
          <a:lstStyle>
            <a:lvl1pPr marL="233363" indent="-233363">
              <a:lnSpc>
                <a:spcPct val="10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20775" y="129004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522CA51A-0C04-4FC6-8732-A2C2343AF5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401387" y="877386"/>
            <a:ext cx="2562683" cy="228601"/>
          </a:xfrm>
        </p:spPr>
        <p:txBody>
          <a:bodyPr rtlCol="0">
            <a:normAutofit/>
          </a:bodyPr>
          <a:lstStyle>
            <a:lvl1pPr marL="0" indent="0" algn="r">
              <a:buNone/>
              <a:defRPr sz="11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9144000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11724400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75460" y="4992427"/>
            <a:ext cx="1944124" cy="1020891"/>
          </a:xfr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8265" y="6291373"/>
            <a:ext cx="5919495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85126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A2E64D-B280-49F7-95F5-CD6A24C1EC9B}"/>
              </a:ext>
            </a:extLst>
          </p:cNvPr>
          <p:cNvSpPr/>
          <p:nvPr userDrawn="1"/>
        </p:nvSpPr>
        <p:spPr>
          <a:xfrm>
            <a:off x="8673395" y="0"/>
            <a:ext cx="3518604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042842" y="493212"/>
            <a:ext cx="2856467" cy="5691020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034339" y="16710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8688635" cy="11811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781224"/>
            <a:ext cx="5296301" cy="399876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60035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" y="3898410"/>
            <a:ext cx="2852929" cy="118110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051718" y="6254225"/>
            <a:ext cx="2856467" cy="485941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1216BA9B-211A-403E-8645-BA7B4B2376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32432" y="1516966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B934946C-9253-40AA-84F7-378E3106E76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5169" y="1516966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9756" y="1078689"/>
            <a:ext cx="2852928" cy="2798064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EED0BB26-D2F7-4112-BAFC-D9A66C9DD5EE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3525169" y="3337745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647B97E8-F206-4899-A05D-3CEA7763CBD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525169" y="5134461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00F5F5B-FD46-4295-B012-F670E320EA6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2432" y="3317693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15085C5-1FA2-4C89-A410-A151654D409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2432" y="5118419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DE36BD91-F42B-477D-9347-DBA3C0FDC2DB}"/>
              </a:ext>
            </a:extLst>
          </p:cNvPr>
          <p:cNvSpPr txBox="1"/>
          <p:nvPr userDrawn="1"/>
        </p:nvSpPr>
        <p:spPr>
          <a:xfrm>
            <a:off x="3107833" y="1400373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8F6A3EC1-DE16-42B6-9619-DF093A5C3C27}"/>
              </a:ext>
            </a:extLst>
          </p:cNvPr>
          <p:cNvSpPr txBox="1"/>
          <p:nvPr userDrawn="1"/>
        </p:nvSpPr>
        <p:spPr>
          <a:xfrm>
            <a:off x="3107833" y="3266751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0B4FCA4B-1DE9-4156-B6E1-F7E32DF05D27}"/>
              </a:ext>
            </a:extLst>
          </p:cNvPr>
          <p:cNvSpPr txBox="1"/>
          <p:nvPr userDrawn="1"/>
        </p:nvSpPr>
        <p:spPr>
          <a:xfrm>
            <a:off x="3107833" y="5007869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2751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8476971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76971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936113" y="6291373"/>
            <a:ext cx="3001647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51D8D2EE-CE39-4FED-B22E-D2513633F89E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8946371" y="1604354"/>
            <a:ext cx="2991390" cy="4678292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0A7E883A-5927-45B9-A5FB-8EFF513E0CA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946371" y="1295400"/>
            <a:ext cx="3024249" cy="300227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85FEB9CB-F2B1-47F4-9097-30FAF79429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1380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8F989E1-F209-41C2-AEC2-BDDDEE48E1E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625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45707C7B-9828-45A7-AF95-4A3BE756BBB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168076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1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56FDA5AA-A766-4B21-8377-9267FFBAE3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4771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5771C520-4E5C-4853-AE35-F250CB8FB5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3412236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5C64EC75-B525-40E2-B054-6BA5895D07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349484" y="3878284"/>
            <a:ext cx="2325607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27">
            <a:extLst>
              <a:ext uri="{FF2B5EF4-FFF2-40B4-BE49-F238E27FC236}">
                <a16:creationId xmlns:a16="http://schemas.microsoft.com/office/drawing/2014/main" id="{394C56F0-EE6F-474D-AB99-995F044BC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6371" y="213824"/>
            <a:ext cx="2991389" cy="95208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Zone de texte 1">
            <a:extLst>
              <a:ext uri="{FF2B5EF4-FFF2-40B4-BE49-F238E27FC236}">
                <a16:creationId xmlns:a16="http://schemas.microsoft.com/office/drawing/2014/main" id="{920B6783-0F8B-4A69-A5F6-7CB50E2B23A8}"/>
              </a:ext>
            </a:extLst>
          </p:cNvPr>
          <p:cNvSpPr txBox="1"/>
          <p:nvPr userDrawn="1"/>
        </p:nvSpPr>
        <p:spPr>
          <a:xfrm>
            <a:off x="145082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CC4D1335-DA11-4DAC-BCA6-7BB8B148C97F}"/>
              </a:ext>
            </a:extLst>
          </p:cNvPr>
          <p:cNvSpPr txBox="1"/>
          <p:nvPr userDrawn="1"/>
        </p:nvSpPr>
        <p:spPr>
          <a:xfrm>
            <a:off x="3098093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CB8EECED-0609-4B4F-AE03-A4F22DF062BA}"/>
              </a:ext>
            </a:extLst>
          </p:cNvPr>
          <p:cNvSpPr txBox="1"/>
          <p:nvPr userDrawn="1"/>
        </p:nvSpPr>
        <p:spPr>
          <a:xfrm>
            <a:off x="6051104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4044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6D41EDA9-50CC-431D-A9E2-D8B28F1D9DD2}"/>
              </a:ext>
            </a:extLst>
          </p:cNvPr>
          <p:cNvSpPr/>
          <p:nvPr userDrawn="1"/>
        </p:nvSpPr>
        <p:spPr>
          <a:xfrm>
            <a:off x="-15240" y="0"/>
            <a:ext cx="5788152" cy="11811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366211" y="8595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4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1" y="165960"/>
            <a:ext cx="5559552" cy="634092"/>
          </a:xfrm>
        </p:spPr>
        <p:txBody>
          <a:bodyPr rtlCol="0">
            <a:normAutofit/>
          </a:bodyPr>
          <a:lstStyle>
            <a:lvl1pPr algn="r">
              <a:defRPr sz="25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pour ajouter un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15BB6-BF7A-460B-81E4-6CA74B3B1A58}"/>
              </a:ext>
            </a:extLst>
          </p:cNvPr>
          <p:cNvSpPr/>
          <p:nvPr userDrawn="1"/>
        </p:nvSpPr>
        <p:spPr>
          <a:xfrm>
            <a:off x="0" y="1181101"/>
            <a:ext cx="5788152" cy="5676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4077" y="129986"/>
            <a:ext cx="1472184" cy="1444752"/>
          </a:xfrm>
          <a:solidFill>
            <a:schemeClr val="bg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7" name="Espace réservé du texte 27">
            <a:extLst>
              <a:ext uri="{FF2B5EF4-FFF2-40B4-BE49-F238E27FC236}">
                <a16:creationId xmlns:a16="http://schemas.microsoft.com/office/drawing/2014/main" id="{7B211DA6-5909-4778-ACCB-FDDE1061AE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078" y="1886336"/>
            <a:ext cx="1472184" cy="1971790"/>
          </a:xfrm>
          <a:noFill/>
          <a:ln>
            <a:noFill/>
          </a:ln>
        </p:spPr>
        <p:txBody>
          <a:bodyPr tIns="91440" bIns="91440" rtlCol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5EFB9AC3-DB43-4B4E-B74E-1ED156A1851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933678" y="1886336"/>
            <a:ext cx="3745227" cy="4516873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1808718C-849A-4063-A7DB-6A25E4823A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942554" y="6477581"/>
            <a:ext cx="3735869" cy="326903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7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DBABE7C-83A0-42FB-9AB1-BD7454D910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17143" y="2967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AA38BAD-E577-44E5-8652-7EB8884D85D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017143" y="19219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9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31089E30-35D5-4B63-962C-E69262F8A31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17143" y="35471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94891CE-B5DF-4EC9-BCD1-007200ADE6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017662" y="5172377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55A40829-372A-4BD2-9DFD-55A1E0FC7A6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55381" y="269869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D3ED1463-3FDC-4F77-A490-BB128AEB35E9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8155381" y="1903490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66CBE1DF-E937-4AEA-A7F9-8B809516E33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55381" y="3537111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4C47130C-295F-469B-8A2F-DACEF5B5A59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927739" y="1480561"/>
            <a:ext cx="3745227" cy="31324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A93AA9FB-7091-4FF0-8330-340B0A90ACBB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8155381" y="5170732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F58024DC-2BD1-48B2-9B50-F47B3CEF4820}"/>
              </a:ext>
            </a:extLst>
          </p:cNvPr>
          <p:cNvSpPr txBox="1"/>
          <p:nvPr userDrawn="1"/>
        </p:nvSpPr>
        <p:spPr>
          <a:xfrm>
            <a:off x="7888697" y="269869"/>
            <a:ext cx="31931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277DCCC3-3098-4343-B77B-3D23E8F17FFD}"/>
              </a:ext>
            </a:extLst>
          </p:cNvPr>
          <p:cNvSpPr txBox="1"/>
          <p:nvPr userDrawn="1"/>
        </p:nvSpPr>
        <p:spPr>
          <a:xfrm>
            <a:off x="7888696" y="1902428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Zone de texte 25">
            <a:extLst>
              <a:ext uri="{FF2B5EF4-FFF2-40B4-BE49-F238E27FC236}">
                <a16:creationId xmlns:a16="http://schemas.microsoft.com/office/drawing/2014/main" id="{47D9CE1B-5D25-4C27-8C90-7CA8B8B1E7EF}"/>
              </a:ext>
            </a:extLst>
          </p:cNvPr>
          <p:cNvSpPr txBox="1"/>
          <p:nvPr userDrawn="1"/>
        </p:nvSpPr>
        <p:spPr>
          <a:xfrm>
            <a:off x="7888696" y="3534987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8" name="Zone de texte 27">
            <a:extLst>
              <a:ext uri="{FF2B5EF4-FFF2-40B4-BE49-F238E27FC236}">
                <a16:creationId xmlns:a16="http://schemas.microsoft.com/office/drawing/2014/main" id="{E4D750E6-AF88-4742-9ABE-63A5217AD198}"/>
              </a:ext>
            </a:extLst>
          </p:cNvPr>
          <p:cNvSpPr txBox="1"/>
          <p:nvPr userDrawn="1"/>
        </p:nvSpPr>
        <p:spPr>
          <a:xfrm>
            <a:off x="7888696" y="5167546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061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EDAB7103-706C-4D50-B9D9-030D5A29D5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98464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40284018-877E-48C8-A60E-5EA184B0B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8" y="0"/>
            <a:ext cx="5879593" cy="877824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39573E-1A36-4B0A-A263-7D991617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877824"/>
            <a:ext cx="11265408" cy="1179576"/>
          </a:xfr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36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fr-FR" noProof="0"/>
              <a:t>Modifiez le style du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61167B6-9741-49DA-A7AF-E1A3352D10C8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8785299" y="17358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13599A2-48DF-45BA-9425-12A5FBCF838E}"/>
              </a:ext>
            </a:extLst>
          </p:cNvPr>
          <p:cNvSpPr/>
          <p:nvPr userDrawn="1"/>
        </p:nvSpPr>
        <p:spPr>
          <a:xfrm>
            <a:off x="5992994" y="6316980"/>
            <a:ext cx="6199006" cy="5410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5E29445D-5852-4685-99FA-F6D0EEB71907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96000" y="218153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F8A5A1E2-D455-4943-B46C-912CF46ABA9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95999" y="2449317"/>
            <a:ext cx="5879592" cy="1801368"/>
          </a:xfrm>
          <a:noFill/>
        </p:spPr>
        <p:txBody>
          <a:bodyPr wrap="square" numCol="2" spcCol="4572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i="1" dirty="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03CEA5B5-2DFF-4730-B1C1-7297D81876B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95999" y="4250685"/>
            <a:ext cx="5879592" cy="201485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3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2B63EEB8-169F-4E42-8938-2B33C50057D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95997" y="6366423"/>
            <a:ext cx="5879593" cy="398762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192967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-tête de section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768A34CA-EFA0-4BA9-9973-FE6DFC62D3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785104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3229123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7220" y="1181100"/>
            <a:ext cx="5790659" cy="56769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2D6ECAC-8814-4C60-BF83-103E85E412C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18265" y="3734155"/>
            <a:ext cx="5919495" cy="253138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3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C7B6AD5B-AEF5-4540-940C-B1E1FEA3BCA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18265" y="340659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27995" y="1576050"/>
            <a:ext cx="5909765" cy="1778314"/>
          </a:xfrm>
        </p:spPr>
        <p:txBody>
          <a:bodyPr numCol="2" rtlCol="0">
            <a:normAutofit/>
          </a:bodyPr>
          <a:lstStyle>
            <a:lvl1pPr marL="233363" indent="-233363">
              <a:lnSpc>
                <a:spcPct val="10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20775" y="129004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522CA51A-0C04-4FC6-8732-A2C2343AF5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401387" y="877386"/>
            <a:ext cx="2562683" cy="228601"/>
          </a:xfrm>
        </p:spPr>
        <p:txBody>
          <a:bodyPr rtlCol="0">
            <a:normAutofit/>
          </a:bodyPr>
          <a:lstStyle>
            <a:lvl1pPr marL="0" indent="0" algn="r">
              <a:buNone/>
              <a:defRPr sz="11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9144000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11724400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75460" y="4992427"/>
            <a:ext cx="1944124" cy="1020891"/>
          </a:xfr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8265" y="6291373"/>
            <a:ext cx="5919495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312810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A2E64D-B280-49F7-95F5-CD6A24C1EC9B}"/>
              </a:ext>
            </a:extLst>
          </p:cNvPr>
          <p:cNvSpPr/>
          <p:nvPr userDrawn="1"/>
        </p:nvSpPr>
        <p:spPr>
          <a:xfrm>
            <a:off x="8673395" y="0"/>
            <a:ext cx="3518604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042842" y="493212"/>
            <a:ext cx="2856467" cy="5691020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034339" y="16710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8688635" cy="1181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781224"/>
            <a:ext cx="5296301" cy="399876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60035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" y="3898410"/>
            <a:ext cx="2852929" cy="118110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051718" y="6254225"/>
            <a:ext cx="2856467" cy="485941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1216BA9B-211A-403E-8645-BA7B4B2376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32432" y="1516966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B934946C-9253-40AA-84F7-378E3106E76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5169" y="1516966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9756" y="1078689"/>
            <a:ext cx="2852928" cy="2798064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EED0BB26-D2F7-4112-BAFC-D9A66C9DD5EE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3525169" y="3337745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647B97E8-F206-4899-A05D-3CEA7763CBD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525169" y="5134461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00F5F5B-FD46-4295-B012-F670E320EA6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2432" y="3317693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15085C5-1FA2-4C89-A410-A151654D409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2432" y="5118419"/>
            <a:ext cx="2194560" cy="150876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DE36BD91-F42B-477D-9347-DBA3C0FDC2DB}"/>
              </a:ext>
            </a:extLst>
          </p:cNvPr>
          <p:cNvSpPr txBox="1"/>
          <p:nvPr userDrawn="1"/>
        </p:nvSpPr>
        <p:spPr>
          <a:xfrm>
            <a:off x="3107833" y="1400373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8F6A3EC1-DE16-42B6-9619-DF093A5C3C27}"/>
              </a:ext>
            </a:extLst>
          </p:cNvPr>
          <p:cNvSpPr txBox="1"/>
          <p:nvPr userDrawn="1"/>
        </p:nvSpPr>
        <p:spPr>
          <a:xfrm>
            <a:off x="3107833" y="3266751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0B4FCA4B-1DE9-4156-B6E1-F7E32DF05D27}"/>
              </a:ext>
            </a:extLst>
          </p:cNvPr>
          <p:cNvSpPr txBox="1"/>
          <p:nvPr userDrawn="1"/>
        </p:nvSpPr>
        <p:spPr>
          <a:xfrm>
            <a:off x="3107833" y="5007869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40424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8476971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76971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936113" y="6291373"/>
            <a:ext cx="3001647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51D8D2EE-CE39-4FED-B22E-D2513633F89E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8946371" y="1604354"/>
            <a:ext cx="2991390" cy="4678292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0A7E883A-5927-45B9-A5FB-8EFF513E0CA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946371" y="1295400"/>
            <a:ext cx="3024249" cy="300227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85FEB9CB-F2B1-47F4-9097-30FAF79429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1380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8F989E1-F209-41C2-AEC2-BDDDEE48E1E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625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45707C7B-9828-45A7-AF95-4A3BE756BBB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168076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1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56FDA5AA-A766-4B21-8377-9267FFBAE3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4771" y="1313129"/>
            <a:ext cx="2560320" cy="256032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5771C520-4E5C-4853-AE35-F250CB8FB5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3412236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5C64EC75-B525-40E2-B054-6BA5895D07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349484" y="3878284"/>
            <a:ext cx="2325607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27">
            <a:extLst>
              <a:ext uri="{FF2B5EF4-FFF2-40B4-BE49-F238E27FC236}">
                <a16:creationId xmlns:a16="http://schemas.microsoft.com/office/drawing/2014/main" id="{394C56F0-EE6F-474D-AB99-995F044BC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6371" y="213824"/>
            <a:ext cx="2991389" cy="95208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Zone de texte 1">
            <a:extLst>
              <a:ext uri="{FF2B5EF4-FFF2-40B4-BE49-F238E27FC236}">
                <a16:creationId xmlns:a16="http://schemas.microsoft.com/office/drawing/2014/main" id="{920B6783-0F8B-4A69-A5F6-7CB50E2B23A8}"/>
              </a:ext>
            </a:extLst>
          </p:cNvPr>
          <p:cNvSpPr txBox="1"/>
          <p:nvPr userDrawn="1"/>
        </p:nvSpPr>
        <p:spPr>
          <a:xfrm>
            <a:off x="145082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CC4D1335-DA11-4DAC-BCA6-7BB8B148C97F}"/>
              </a:ext>
            </a:extLst>
          </p:cNvPr>
          <p:cNvSpPr txBox="1"/>
          <p:nvPr userDrawn="1"/>
        </p:nvSpPr>
        <p:spPr>
          <a:xfrm>
            <a:off x="3098093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CB8EECED-0609-4B4F-AE03-A4F22DF062BA}"/>
              </a:ext>
            </a:extLst>
          </p:cNvPr>
          <p:cNvSpPr txBox="1"/>
          <p:nvPr userDrawn="1"/>
        </p:nvSpPr>
        <p:spPr>
          <a:xfrm>
            <a:off x="6051104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694128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6D41EDA9-50CC-431D-A9E2-D8B28F1D9DD2}"/>
              </a:ext>
            </a:extLst>
          </p:cNvPr>
          <p:cNvSpPr/>
          <p:nvPr userDrawn="1"/>
        </p:nvSpPr>
        <p:spPr>
          <a:xfrm>
            <a:off x="-15240" y="0"/>
            <a:ext cx="5788152" cy="1181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366211" y="8595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4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1" y="165960"/>
            <a:ext cx="5559552" cy="634092"/>
          </a:xfrm>
        </p:spPr>
        <p:txBody>
          <a:bodyPr rtlCol="0">
            <a:normAutofit/>
          </a:bodyPr>
          <a:lstStyle>
            <a:lvl1pPr algn="r">
              <a:defRPr sz="25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pour ajouter un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15BB6-BF7A-460B-81E4-6CA74B3B1A58}"/>
              </a:ext>
            </a:extLst>
          </p:cNvPr>
          <p:cNvSpPr/>
          <p:nvPr userDrawn="1"/>
        </p:nvSpPr>
        <p:spPr>
          <a:xfrm>
            <a:off x="0" y="1181101"/>
            <a:ext cx="5788152" cy="5676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4077" y="129986"/>
            <a:ext cx="1472184" cy="1444752"/>
          </a:xfrm>
          <a:solidFill>
            <a:schemeClr val="bg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7" name="Espace réservé du texte 27">
            <a:extLst>
              <a:ext uri="{FF2B5EF4-FFF2-40B4-BE49-F238E27FC236}">
                <a16:creationId xmlns:a16="http://schemas.microsoft.com/office/drawing/2014/main" id="{7B211DA6-5909-4778-ACCB-FDDE1061AE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078" y="1886336"/>
            <a:ext cx="1472184" cy="1971790"/>
          </a:xfrm>
          <a:noFill/>
          <a:ln>
            <a:noFill/>
          </a:ln>
        </p:spPr>
        <p:txBody>
          <a:bodyPr tIns="91440" bIns="91440" rtlCol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5EFB9AC3-DB43-4B4E-B74E-1ED156A1851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933678" y="1886336"/>
            <a:ext cx="3745227" cy="4516873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1808718C-849A-4063-A7DB-6A25E4823A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942554" y="6477581"/>
            <a:ext cx="3735869" cy="326903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7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DBABE7C-83A0-42FB-9AB1-BD7454D910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17143" y="2967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AA38BAD-E577-44E5-8652-7EB8884D85D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017143" y="19219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9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31089E30-35D5-4B63-962C-E69262F8A31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17143" y="3547178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94891CE-B5DF-4EC9-BCD1-007200ADE6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017662" y="5172377"/>
            <a:ext cx="1874380" cy="13716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55A40829-372A-4BD2-9DFD-55A1E0FC7A6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55381" y="269869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D3ED1463-3FDC-4F77-A490-BB128AEB35E9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8155381" y="1903490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66CBE1DF-E937-4AEA-A7F9-8B809516E33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55381" y="3537111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4C47130C-295F-469B-8A2F-DACEF5B5A59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927739" y="1480561"/>
            <a:ext cx="3745227" cy="31324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A93AA9FB-7091-4FF0-8330-340B0A90ACBB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8155381" y="5170732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F58024DC-2BD1-48B2-9B50-F47B3CEF4820}"/>
              </a:ext>
            </a:extLst>
          </p:cNvPr>
          <p:cNvSpPr txBox="1"/>
          <p:nvPr userDrawn="1"/>
        </p:nvSpPr>
        <p:spPr>
          <a:xfrm>
            <a:off x="7888697" y="269869"/>
            <a:ext cx="31931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277DCCC3-3098-4343-B77B-3D23E8F17FFD}"/>
              </a:ext>
            </a:extLst>
          </p:cNvPr>
          <p:cNvSpPr txBox="1"/>
          <p:nvPr userDrawn="1"/>
        </p:nvSpPr>
        <p:spPr>
          <a:xfrm>
            <a:off x="7888696" y="1902428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Zone de texte 25">
            <a:extLst>
              <a:ext uri="{FF2B5EF4-FFF2-40B4-BE49-F238E27FC236}">
                <a16:creationId xmlns:a16="http://schemas.microsoft.com/office/drawing/2014/main" id="{47D9CE1B-5D25-4C27-8C90-7CA8B8B1E7EF}"/>
              </a:ext>
            </a:extLst>
          </p:cNvPr>
          <p:cNvSpPr txBox="1"/>
          <p:nvPr userDrawn="1"/>
        </p:nvSpPr>
        <p:spPr>
          <a:xfrm>
            <a:off x="7888696" y="3534987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8" name="Zone de texte 27">
            <a:extLst>
              <a:ext uri="{FF2B5EF4-FFF2-40B4-BE49-F238E27FC236}">
                <a16:creationId xmlns:a16="http://schemas.microsoft.com/office/drawing/2014/main" id="{E4D750E6-AF88-4742-9ABE-63A5217AD198}"/>
              </a:ext>
            </a:extLst>
          </p:cNvPr>
          <p:cNvSpPr txBox="1"/>
          <p:nvPr userDrawn="1"/>
        </p:nvSpPr>
        <p:spPr>
          <a:xfrm>
            <a:off x="7888696" y="5167546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403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EDAB7103-706C-4D50-B9D9-030D5A29D5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98464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40284018-877E-48C8-A60E-5EA184B0B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8" y="0"/>
            <a:ext cx="5879593" cy="877824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7E7EFE-BA1D-4539-A2E8-B54A45F8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877824"/>
            <a:ext cx="11265408" cy="1179576"/>
          </a:xfrm>
          <a:solidFill>
            <a:schemeClr val="accent3">
              <a:lumMod val="50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36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fr-FR" noProof="0"/>
              <a:t>Modifiez le style du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61167B6-9741-49DA-A7AF-E1A3352D10C8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8785299" y="17358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13599A2-48DF-45BA-9425-12A5FBCF838E}"/>
              </a:ext>
            </a:extLst>
          </p:cNvPr>
          <p:cNvSpPr/>
          <p:nvPr userDrawn="1"/>
        </p:nvSpPr>
        <p:spPr>
          <a:xfrm>
            <a:off x="5992994" y="6316980"/>
            <a:ext cx="6199006" cy="5410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5E29445D-5852-4685-99FA-F6D0EEB71907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96000" y="218153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F8A5A1E2-D455-4943-B46C-912CF46ABA9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95999" y="2449317"/>
            <a:ext cx="5879592" cy="1801368"/>
          </a:xfrm>
          <a:noFill/>
        </p:spPr>
        <p:txBody>
          <a:bodyPr wrap="square" numCol="2" spcCol="4572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i="1" dirty="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03CEA5B5-2DFF-4730-B1C1-7297D81876B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95999" y="4250685"/>
            <a:ext cx="5879592" cy="201485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3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2B63EEB8-169F-4E42-8938-2B33C50057D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95997" y="6366423"/>
            <a:ext cx="5879593" cy="398762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570036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-tête de section de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8530A3C9-BDFF-45B5-ACC2-9E2B1F49C08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790426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993146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7220" y="1181100"/>
            <a:ext cx="5790659" cy="56769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02D6ECAC-8814-4C60-BF83-103E85E412C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18265" y="3734155"/>
            <a:ext cx="5919495" cy="253138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4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C7B6AD5B-AEF5-4540-940C-B1E1FEA3BCA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18265" y="340659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27995" y="1576050"/>
            <a:ext cx="5909765" cy="1778314"/>
          </a:xfrm>
        </p:spPr>
        <p:txBody>
          <a:bodyPr numCol="2" rtlCol="0">
            <a:normAutofit/>
          </a:bodyPr>
          <a:lstStyle>
            <a:lvl1pPr marL="233363" indent="-233363">
              <a:lnSpc>
                <a:spcPct val="10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20775" y="1290047"/>
            <a:ext cx="5919495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522CA51A-0C04-4FC6-8732-A2C2343AF50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401387" y="877386"/>
            <a:ext cx="2562683" cy="228601"/>
          </a:xfrm>
        </p:spPr>
        <p:txBody>
          <a:bodyPr rtlCol="0">
            <a:normAutofit/>
          </a:bodyPr>
          <a:lstStyle>
            <a:lvl1pPr marL="0" indent="0" algn="r">
              <a:buNone/>
              <a:defRPr sz="11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9144000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11724400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75460" y="4992427"/>
            <a:ext cx="1944124" cy="1020891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4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18265" y="6291373"/>
            <a:ext cx="5919495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133002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A2E64D-B280-49F7-95F5-CD6A24C1EC9B}"/>
              </a:ext>
            </a:extLst>
          </p:cNvPr>
          <p:cNvSpPr/>
          <p:nvPr userDrawn="1"/>
        </p:nvSpPr>
        <p:spPr>
          <a:xfrm>
            <a:off x="8673395" y="0"/>
            <a:ext cx="3518604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FC874B6-474C-46DC-AB76-6E061A973B8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042842" y="493212"/>
            <a:ext cx="2856467" cy="5691020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425F942B-DAF3-40B3-B77F-A8C9BE692B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034339" y="16710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8688635" cy="11811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781224"/>
            <a:ext cx="5296301" cy="399876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60035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2BBF59D2-23BC-4077-814F-E2E3AE580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" y="3898410"/>
            <a:ext cx="2852929" cy="118110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4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051718" y="6254225"/>
            <a:ext cx="2856467" cy="485941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1216BA9B-211A-403E-8645-BA7B4B2376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32432" y="1516966"/>
            <a:ext cx="2194560" cy="150876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B934946C-9253-40AA-84F7-378E3106E76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3525169" y="1516966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9756" y="1078689"/>
            <a:ext cx="2852928" cy="2798064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EED0BB26-D2F7-4112-BAFC-D9A66C9DD5EE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3525169" y="3337745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647B97E8-F206-4899-A05D-3CEA7763CBD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525169" y="5134461"/>
            <a:ext cx="2728244" cy="1474888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00F5F5B-FD46-4295-B012-F670E320EA6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2432" y="3317693"/>
            <a:ext cx="2194560" cy="150876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15085C5-1FA2-4C89-A410-A151654D409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2432" y="5118419"/>
            <a:ext cx="2194560" cy="150876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DE36BD91-F42B-477D-9347-DBA3C0FDC2DB}"/>
              </a:ext>
            </a:extLst>
          </p:cNvPr>
          <p:cNvSpPr txBox="1"/>
          <p:nvPr userDrawn="1"/>
        </p:nvSpPr>
        <p:spPr>
          <a:xfrm>
            <a:off x="3107833" y="1400373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8F6A3EC1-DE16-42B6-9619-DF093A5C3C27}"/>
              </a:ext>
            </a:extLst>
          </p:cNvPr>
          <p:cNvSpPr txBox="1"/>
          <p:nvPr userDrawn="1"/>
        </p:nvSpPr>
        <p:spPr>
          <a:xfrm>
            <a:off x="3107833" y="3266751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5" name="Zone de texte 24">
            <a:extLst>
              <a:ext uri="{FF2B5EF4-FFF2-40B4-BE49-F238E27FC236}">
                <a16:creationId xmlns:a16="http://schemas.microsoft.com/office/drawing/2014/main" id="{0B4FCA4B-1DE9-4156-B6E1-F7E32DF05D27}"/>
              </a:ext>
            </a:extLst>
          </p:cNvPr>
          <p:cNvSpPr txBox="1"/>
          <p:nvPr userDrawn="1"/>
        </p:nvSpPr>
        <p:spPr>
          <a:xfrm>
            <a:off x="3107833" y="5007869"/>
            <a:ext cx="486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40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95125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E68E5-082A-4AFA-AC51-54889A99670B}"/>
              </a:ext>
            </a:extLst>
          </p:cNvPr>
          <p:cNvSpPr/>
          <p:nvPr userDrawn="1"/>
        </p:nvSpPr>
        <p:spPr>
          <a:xfrm>
            <a:off x="-15240" y="0"/>
            <a:ext cx="12207240" cy="11811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198120" y="805901"/>
            <a:ext cx="8476971" cy="37519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0" y="117834"/>
            <a:ext cx="8476971" cy="63409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65B16179-CC8B-4981-9526-8E3E08E72C6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936113" y="6291373"/>
            <a:ext cx="3001647" cy="352803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51D8D2EE-CE39-4FED-B22E-D2513633F89E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8946371" y="1604354"/>
            <a:ext cx="2991390" cy="4678292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0A7E883A-5927-45B9-A5FB-8EFF513E0CA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8946371" y="1295400"/>
            <a:ext cx="3024249" cy="300227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85FEB9CB-F2B1-47F4-9097-30FAF79429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1380" y="1313129"/>
            <a:ext cx="2560320" cy="256032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8F989E1-F209-41C2-AEC2-BDDDEE48E1E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3625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45707C7B-9828-45A7-AF95-4A3BE756BBB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168076" y="1313129"/>
            <a:ext cx="2560320" cy="256032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1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56FDA5AA-A766-4B21-8377-9267FFBAE31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4771" y="1313129"/>
            <a:ext cx="2560320" cy="256032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5771C520-4E5C-4853-AE35-F250CB8FB5D8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3412236" y="3878284"/>
            <a:ext cx="2316160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5C64EC75-B525-40E2-B054-6BA5895D0794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6349484" y="3878284"/>
            <a:ext cx="2325607" cy="2751276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27">
            <a:extLst>
              <a:ext uri="{FF2B5EF4-FFF2-40B4-BE49-F238E27FC236}">
                <a16:creationId xmlns:a16="http://schemas.microsoft.com/office/drawing/2014/main" id="{394C56F0-EE6F-474D-AB99-995F044BCB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46371" y="213824"/>
            <a:ext cx="2991389" cy="952080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Zone de texte 1">
            <a:extLst>
              <a:ext uri="{FF2B5EF4-FFF2-40B4-BE49-F238E27FC236}">
                <a16:creationId xmlns:a16="http://schemas.microsoft.com/office/drawing/2014/main" id="{920B6783-0F8B-4A69-A5F6-7CB50E2B23A8}"/>
              </a:ext>
            </a:extLst>
          </p:cNvPr>
          <p:cNvSpPr txBox="1"/>
          <p:nvPr userDrawn="1"/>
        </p:nvSpPr>
        <p:spPr>
          <a:xfrm>
            <a:off x="145082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1" name="Zone de texte 20">
            <a:extLst>
              <a:ext uri="{FF2B5EF4-FFF2-40B4-BE49-F238E27FC236}">
                <a16:creationId xmlns:a16="http://schemas.microsoft.com/office/drawing/2014/main" id="{CC4D1335-DA11-4DAC-BCA6-7BB8B148C97F}"/>
              </a:ext>
            </a:extLst>
          </p:cNvPr>
          <p:cNvSpPr txBox="1"/>
          <p:nvPr userDrawn="1"/>
        </p:nvSpPr>
        <p:spPr>
          <a:xfrm>
            <a:off x="3098093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2" name="Zone de texte 21">
            <a:extLst>
              <a:ext uri="{FF2B5EF4-FFF2-40B4-BE49-F238E27FC236}">
                <a16:creationId xmlns:a16="http://schemas.microsoft.com/office/drawing/2014/main" id="{CB8EECED-0609-4B4F-AE03-A4F22DF062BA}"/>
              </a:ext>
            </a:extLst>
          </p:cNvPr>
          <p:cNvSpPr txBox="1"/>
          <p:nvPr userDrawn="1"/>
        </p:nvSpPr>
        <p:spPr>
          <a:xfrm>
            <a:off x="6051104" y="3873449"/>
            <a:ext cx="36580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24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7743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4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6D41EDA9-50CC-431D-A9E2-D8B28F1D9DD2}"/>
              </a:ext>
            </a:extLst>
          </p:cNvPr>
          <p:cNvSpPr/>
          <p:nvPr userDrawn="1"/>
        </p:nvSpPr>
        <p:spPr>
          <a:xfrm>
            <a:off x="-15240" y="0"/>
            <a:ext cx="5788152" cy="11811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14C40663-56FC-4BDA-A2FD-599A32A8CD2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366211" y="8595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4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6B7BA88D-F843-4122-A255-381B3A7EE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361" y="165960"/>
            <a:ext cx="5559552" cy="634092"/>
          </a:xfrm>
        </p:spPr>
        <p:txBody>
          <a:bodyPr rtlCol="0">
            <a:normAutofit/>
          </a:bodyPr>
          <a:lstStyle>
            <a:lvl1pPr algn="r">
              <a:defRPr sz="25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pour ajouter un titre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15BB6-BF7A-460B-81E4-6CA74B3B1A58}"/>
              </a:ext>
            </a:extLst>
          </p:cNvPr>
          <p:cNvSpPr/>
          <p:nvPr userDrawn="1"/>
        </p:nvSpPr>
        <p:spPr>
          <a:xfrm>
            <a:off x="0" y="1181101"/>
            <a:ext cx="5788152" cy="56769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9A9EAF2-ED61-42E4-B65B-25E4AA320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4077" y="129986"/>
            <a:ext cx="1472184" cy="1444752"/>
          </a:xfrm>
          <a:solidFill>
            <a:schemeClr val="bg1"/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7" name="Espace réservé du texte 27">
            <a:extLst>
              <a:ext uri="{FF2B5EF4-FFF2-40B4-BE49-F238E27FC236}">
                <a16:creationId xmlns:a16="http://schemas.microsoft.com/office/drawing/2014/main" id="{7B211DA6-5909-4778-ACCB-FDDE1061AE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078" y="1886336"/>
            <a:ext cx="1472184" cy="1971790"/>
          </a:xfrm>
          <a:noFill/>
          <a:ln>
            <a:noFill/>
          </a:ln>
        </p:spPr>
        <p:txBody>
          <a:bodyPr tIns="91440" bIns="91440" rtlCol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i="1">
                <a:solidFill>
                  <a:schemeClr val="accent4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5EFB9AC3-DB43-4B4E-B74E-1ED156A1851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1933678" y="1886336"/>
            <a:ext cx="3745227" cy="4516873"/>
          </a:xfrm>
        </p:spPr>
        <p:txBody>
          <a:bodyPr numCol="1" rtlCol="0">
            <a:normAutofit/>
          </a:bodyPr>
          <a:lstStyle>
            <a:lvl1pPr marL="233363" indent="-233363">
              <a:lnSpc>
                <a:spcPct val="150000"/>
              </a:lnSpc>
              <a:spcBef>
                <a:spcPts val="0"/>
              </a:spcBef>
              <a:buNone/>
              <a:tabLst>
                <a:tab pos="112713" algn="r"/>
                <a:tab pos="233363" algn="l"/>
              </a:tabLst>
              <a:defRPr sz="12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1808718C-849A-4063-A7DB-6A25E4823A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942554" y="6477581"/>
            <a:ext cx="3735869" cy="326903"/>
          </a:xfrm>
        </p:spPr>
        <p:txBody>
          <a:bodyPr numCol="2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7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ADBABE7C-83A0-42FB-9AB1-BD7454D910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17143" y="296778"/>
            <a:ext cx="187438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8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6AA38BAD-E577-44E5-8652-7EB8884D85D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017143" y="1921978"/>
            <a:ext cx="187438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39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31089E30-35D5-4B63-962C-E69262F8A31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17143" y="3547178"/>
            <a:ext cx="187438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40" name="Espace réservé d’image 29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294891CE-B5DF-4EC9-BCD1-007200ADE6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017662" y="5172377"/>
            <a:ext cx="187438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53" name="Espace réservé du texte 3">
            <a:extLst>
              <a:ext uri="{FF2B5EF4-FFF2-40B4-BE49-F238E27FC236}">
                <a16:creationId xmlns:a16="http://schemas.microsoft.com/office/drawing/2014/main" id="{55A40829-372A-4BD2-9DFD-55A1E0FC7A6C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55381" y="269869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5" name="Espace réservé du texte 3">
            <a:extLst>
              <a:ext uri="{FF2B5EF4-FFF2-40B4-BE49-F238E27FC236}">
                <a16:creationId xmlns:a16="http://schemas.microsoft.com/office/drawing/2014/main" id="{D3ED1463-3FDC-4F77-A490-BB128AEB35E9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8155381" y="1903490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7" name="Espace réservé du texte 3">
            <a:extLst>
              <a:ext uri="{FF2B5EF4-FFF2-40B4-BE49-F238E27FC236}">
                <a16:creationId xmlns:a16="http://schemas.microsoft.com/office/drawing/2014/main" id="{66CBE1DF-E937-4AEA-A7F9-8B809516E332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8155381" y="3537111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4C47130C-295F-469B-8A2F-DACEF5B5A59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1927739" y="1480561"/>
            <a:ext cx="3745227" cy="31324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9" name="Espace réservé du texte 3">
            <a:extLst>
              <a:ext uri="{FF2B5EF4-FFF2-40B4-BE49-F238E27FC236}">
                <a16:creationId xmlns:a16="http://schemas.microsoft.com/office/drawing/2014/main" id="{A93AA9FB-7091-4FF0-8330-340B0A90ACBB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8155381" y="5170732"/>
            <a:ext cx="3861359" cy="1398509"/>
          </a:xfrm>
        </p:spPr>
        <p:txBody>
          <a:bodyPr numCol="1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>
                  <a:lumMod val="50000"/>
                </a:schemeClr>
              </a:buClr>
              <a:buSzPct val="120000"/>
              <a:buFont typeface="+mj-lt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Zone de texte 22">
            <a:extLst>
              <a:ext uri="{FF2B5EF4-FFF2-40B4-BE49-F238E27FC236}">
                <a16:creationId xmlns:a16="http://schemas.microsoft.com/office/drawing/2014/main" id="{F58024DC-2BD1-48B2-9B50-F47B3CEF4820}"/>
              </a:ext>
            </a:extLst>
          </p:cNvPr>
          <p:cNvSpPr txBox="1"/>
          <p:nvPr userDrawn="1"/>
        </p:nvSpPr>
        <p:spPr>
          <a:xfrm>
            <a:off x="7888697" y="269869"/>
            <a:ext cx="31931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277DCCC3-3098-4343-B77B-3D23E8F17FFD}"/>
              </a:ext>
            </a:extLst>
          </p:cNvPr>
          <p:cNvSpPr txBox="1"/>
          <p:nvPr userDrawn="1"/>
        </p:nvSpPr>
        <p:spPr>
          <a:xfrm>
            <a:off x="7888696" y="1902428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6" name="Zone de texte 25">
            <a:extLst>
              <a:ext uri="{FF2B5EF4-FFF2-40B4-BE49-F238E27FC236}">
                <a16:creationId xmlns:a16="http://schemas.microsoft.com/office/drawing/2014/main" id="{47D9CE1B-5D25-4C27-8C90-7CA8B8B1E7EF}"/>
              </a:ext>
            </a:extLst>
          </p:cNvPr>
          <p:cNvSpPr txBox="1"/>
          <p:nvPr userDrawn="1"/>
        </p:nvSpPr>
        <p:spPr>
          <a:xfrm>
            <a:off x="7888696" y="3534987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8" name="Zone de texte 27">
            <a:extLst>
              <a:ext uri="{FF2B5EF4-FFF2-40B4-BE49-F238E27FC236}">
                <a16:creationId xmlns:a16="http://schemas.microsoft.com/office/drawing/2014/main" id="{E4D750E6-AF88-4742-9ABE-63A5217AD198}"/>
              </a:ext>
            </a:extLst>
          </p:cNvPr>
          <p:cNvSpPr txBox="1"/>
          <p:nvPr userDrawn="1"/>
        </p:nvSpPr>
        <p:spPr>
          <a:xfrm>
            <a:off x="7888696" y="5167546"/>
            <a:ext cx="31931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sz="1800" kern="1200" noProof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7755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5 Recette d’un livre de rec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 descr="Espace réservé vide pour ajouter une image. Cliquez sur l’espace réservé et sélectionnez l’image à ajouter.">
            <a:extLst>
              <a:ext uri="{FF2B5EF4-FFF2-40B4-BE49-F238E27FC236}">
                <a16:creationId xmlns:a16="http://schemas.microsoft.com/office/drawing/2014/main" id="{EDAB7103-706C-4D50-B9D9-030D5A29D5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98464" cy="6858000"/>
          </a:xfrm>
          <a:solidFill>
            <a:schemeClr val="accent4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626AAE-852B-4A65-9BB6-7D2C0A19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92" y="877824"/>
            <a:ext cx="11265408" cy="1179576"/>
          </a:xfr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36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40284018-877E-48C8-A60E-5EA184B0B9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8" y="0"/>
            <a:ext cx="5879593" cy="877824"/>
          </a:xfrm>
          <a:noFill/>
          <a:ln>
            <a:noFill/>
          </a:ln>
        </p:spPr>
        <p:txBody>
          <a:bodyPr tIns="91440" bIns="91440" rtlCol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>
                <a:solidFill>
                  <a:schemeClr val="accent4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61167B6-9741-49DA-A7AF-E1A3352D10C8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8785299" y="1735834"/>
            <a:ext cx="3406701" cy="321566"/>
          </a:xfrm>
        </p:spPr>
        <p:txBody>
          <a:bodyPr rtlCol="0">
            <a:normAutofit/>
          </a:bodyPr>
          <a:lstStyle>
            <a:lvl1pPr marL="0" indent="0" algn="r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13599A2-48DF-45BA-9425-12A5FBCF838E}"/>
              </a:ext>
            </a:extLst>
          </p:cNvPr>
          <p:cNvSpPr/>
          <p:nvPr userDrawn="1"/>
        </p:nvSpPr>
        <p:spPr>
          <a:xfrm>
            <a:off x="5992994" y="6316980"/>
            <a:ext cx="6199006" cy="5410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5E29445D-5852-4685-99FA-F6D0EEB71907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096000" y="2181537"/>
            <a:ext cx="2856467" cy="26778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F8A5A1E2-D455-4943-B46C-912CF46ABA90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6095999" y="2449317"/>
            <a:ext cx="5879592" cy="1801368"/>
          </a:xfrm>
          <a:noFill/>
        </p:spPr>
        <p:txBody>
          <a:bodyPr wrap="square" numCol="2" spcCol="457200" rtlCol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i="1" dirty="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03CEA5B5-2DFF-4730-B1C1-7297D81876B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95999" y="4250685"/>
            <a:ext cx="5879592" cy="2014859"/>
          </a:xfrm>
        </p:spPr>
        <p:txBody>
          <a:bodyPr numCol="2" rtlCol="0">
            <a:normAutofit/>
          </a:bodyPr>
          <a:lstStyle>
            <a:lvl1pPr marL="228600" indent="-228600">
              <a:buClr>
                <a:schemeClr val="accent4">
                  <a:lumMod val="50000"/>
                </a:schemeClr>
              </a:buClr>
              <a:buSzPct val="120000"/>
              <a:buFont typeface="+mj-lt"/>
              <a:buAutoNum type="arabicPeriod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2B63EEB8-169F-4E42-8938-2B33C50057D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095997" y="6366423"/>
            <a:ext cx="5879593" cy="398762"/>
          </a:xfrm>
        </p:spPr>
        <p:txBody>
          <a:bodyPr numCol="1" rtlCol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1865784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ribute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C5B73CD6-4AD9-41DA-9481-BA512E88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1" y="83820"/>
            <a:ext cx="6050280" cy="1325563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6D233A8E-E8E2-428D-B3B1-4DD2D1AD48F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81701" y="1409382"/>
            <a:ext cx="6050280" cy="5197157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buNone/>
              <a:defRPr sz="1600" i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Cliquez pour ajouter un sous-titre</a:t>
            </a:r>
          </a:p>
        </p:txBody>
      </p:sp>
      <p:sp>
        <p:nvSpPr>
          <p:cNvPr id="6" name="Espace réservé d’image 4">
            <a:extLst>
              <a:ext uri="{FF2B5EF4-FFF2-40B4-BE49-F238E27FC236}">
                <a16:creationId xmlns:a16="http://schemas.microsoft.com/office/drawing/2014/main" id="{EA2014FC-BC19-4F06-91E1-BBB98A5CE2A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8785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</p:spTree>
    <p:extLst>
      <p:ext uri="{BB962C8B-B14F-4D97-AF65-F5344CB8AC3E}">
        <p14:creationId xmlns:p14="http://schemas.microsoft.com/office/powerpoint/2010/main" val="367767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e 41" descr="Compilation d’images d’aliments">
            <a:extLst>
              <a:ext uri="{FF2B5EF4-FFF2-40B4-BE49-F238E27FC236}">
                <a16:creationId xmlns:a16="http://schemas.microsoft.com/office/drawing/2014/main" id="{314C1EF1-87EB-4B3A-89AA-6D88F06EAEEE}"/>
              </a:ext>
            </a:extLst>
          </p:cNvPr>
          <p:cNvGrpSpPr/>
          <p:nvPr userDrawn="1"/>
        </p:nvGrpSpPr>
        <p:grpSpPr>
          <a:xfrm>
            <a:off x="1" y="-5000"/>
            <a:ext cx="12191999" cy="6864928"/>
            <a:chOff x="1" y="-5000"/>
            <a:chExt cx="12191999" cy="686492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1FDADB-8251-4DB4-B51F-AA2085E3C6F8}"/>
                </a:ext>
              </a:extLst>
            </p:cNvPr>
            <p:cNvSpPr/>
            <p:nvPr userDrawn="1"/>
          </p:nvSpPr>
          <p:spPr>
            <a:xfrm>
              <a:off x="5056909" y="-1"/>
              <a:ext cx="3796146" cy="282632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4E598E-13F2-4971-A360-6BA465F83FE5}"/>
                </a:ext>
              </a:extLst>
            </p:cNvPr>
            <p:cNvSpPr/>
            <p:nvPr userDrawn="1"/>
          </p:nvSpPr>
          <p:spPr>
            <a:xfrm>
              <a:off x="8862983" y="-5000"/>
              <a:ext cx="3329017" cy="28263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664E974-1F4F-4365-B046-F0B3ABF5ADF5}"/>
                </a:ext>
              </a:extLst>
            </p:cNvPr>
            <p:cNvSpPr/>
            <p:nvPr userDrawn="1"/>
          </p:nvSpPr>
          <p:spPr>
            <a:xfrm>
              <a:off x="1" y="2277145"/>
              <a:ext cx="4371108" cy="294908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4587A9-B51D-4D62-B538-D0F0D65AF1A0}"/>
                </a:ext>
              </a:extLst>
            </p:cNvPr>
            <p:cNvSpPr/>
            <p:nvPr userDrawn="1"/>
          </p:nvSpPr>
          <p:spPr>
            <a:xfrm>
              <a:off x="7183582" y="2277145"/>
              <a:ext cx="3590087" cy="294908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D609D81-8C6A-4AC8-89D9-81E2FE7B407D}"/>
                </a:ext>
              </a:extLst>
            </p:cNvPr>
            <p:cNvSpPr/>
            <p:nvPr userDrawn="1"/>
          </p:nvSpPr>
          <p:spPr>
            <a:xfrm>
              <a:off x="4058904" y="2277145"/>
              <a:ext cx="2861718" cy="294908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399B2B-8DDE-4AD6-82D5-DDDCFFDEB76D}"/>
                </a:ext>
              </a:extLst>
            </p:cNvPr>
            <p:cNvSpPr/>
            <p:nvPr userDrawn="1"/>
          </p:nvSpPr>
          <p:spPr>
            <a:xfrm>
              <a:off x="5984309" y="4573928"/>
              <a:ext cx="2394108" cy="2286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1515F0-BF0D-403B-8287-06F400A87DED}"/>
                </a:ext>
              </a:extLst>
            </p:cNvPr>
            <p:cNvSpPr/>
            <p:nvPr userDrawn="1"/>
          </p:nvSpPr>
          <p:spPr>
            <a:xfrm>
              <a:off x="9833970" y="4573928"/>
              <a:ext cx="2353950" cy="2286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D609ABF-B194-4497-AE30-E2D5B3BAC2AD}"/>
                </a:ext>
              </a:extLst>
            </p:cNvPr>
            <p:cNvSpPr/>
            <p:nvPr userDrawn="1"/>
          </p:nvSpPr>
          <p:spPr>
            <a:xfrm>
              <a:off x="1720042" y="4573928"/>
              <a:ext cx="2338862" cy="228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9" name="Espace réservé d’image 4">
            <a:extLst>
              <a:ext uri="{FF2B5EF4-FFF2-40B4-BE49-F238E27FC236}">
                <a16:creationId xmlns:a16="http://schemas.microsoft.com/office/drawing/2014/main" id="{1FFC4A27-82C1-409D-B822-91EB3DF286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6926"/>
            <a:ext cx="5974381" cy="2284072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0" name="Espace réservé d’image 4">
            <a:extLst>
              <a:ext uri="{FF2B5EF4-FFF2-40B4-BE49-F238E27FC236}">
                <a16:creationId xmlns:a16="http://schemas.microsoft.com/office/drawing/2014/main" id="{E517C499-361C-4FCF-8C76-A84557059C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999" y="4585314"/>
            <a:ext cx="1975104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1" name="Espace réservé d’image 4">
            <a:extLst>
              <a:ext uri="{FF2B5EF4-FFF2-40B4-BE49-F238E27FC236}">
                <a16:creationId xmlns:a16="http://schemas.microsoft.com/office/drawing/2014/main" id="{B0D9F1AE-68C6-45F0-804B-096F9B883B2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63276" y="4580316"/>
            <a:ext cx="1911105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3" name="Espace réservé d’image 4">
            <a:extLst>
              <a:ext uri="{FF2B5EF4-FFF2-40B4-BE49-F238E27FC236}">
                <a16:creationId xmlns:a16="http://schemas.microsoft.com/office/drawing/2014/main" id="{143096DE-80D7-48ED-BC3F-2E6D3ED978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060" y="2281562"/>
            <a:ext cx="1911105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4" name="Espace réservé d’image 4">
            <a:extLst>
              <a:ext uri="{FF2B5EF4-FFF2-40B4-BE49-F238E27FC236}">
                <a16:creationId xmlns:a16="http://schemas.microsoft.com/office/drawing/2014/main" id="{2A457750-32D8-47A2-A18B-3ED01538E5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15979" y="-10803"/>
            <a:ext cx="1911105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5" name="Espace réservé d’image 4">
            <a:extLst>
              <a:ext uri="{FF2B5EF4-FFF2-40B4-BE49-F238E27FC236}">
                <a16:creationId xmlns:a16="http://schemas.microsoft.com/office/drawing/2014/main" id="{E51D20A8-A27D-4E6C-8047-D670C07794A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10183" y="4567581"/>
            <a:ext cx="1911105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6" name="Espace réservé d’image 4">
            <a:extLst>
              <a:ext uri="{FF2B5EF4-FFF2-40B4-BE49-F238E27FC236}">
                <a16:creationId xmlns:a16="http://schemas.microsoft.com/office/drawing/2014/main" id="{3CDA776B-59EE-43C5-AFA5-E86B0457E53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38511" y="2277145"/>
            <a:ext cx="2347022" cy="2272686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Ajouter une image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6A96BD-B6AC-4441-9EB5-EF715B563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63" y="2688921"/>
            <a:ext cx="5537368" cy="1325563"/>
          </a:xfrm>
        </p:spPr>
        <p:txBody>
          <a:bodyPr rtlCol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5889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5">
            <a:alphaModFix amt="40000"/>
            <a:duotone>
              <a:schemeClr val="bg2">
                <a:shade val="45000"/>
                <a:satMod val="135000"/>
              </a:schemeClr>
              <a:prstClr val="white"/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colorTemperature colorTemp="5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E9A5EC-A9DD-4592-8B98-62D6F2D6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58240A-8AA3-4585-BCFB-5E6B8F3DE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C179F8-6D44-439B-8CEA-B7EA23D61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64434B1-9213-4718-BC13-C41021D74A20}" type="datetime1">
              <a:rPr lang="fr-FR" noProof="0" smtClean="0"/>
              <a:t>12/05/2025</a:t>
            </a:fld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C0B40A-0162-4753-9396-D6061762A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DFD43C-A0D1-4CC6-9A2E-479DF76A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45CA84A-544F-4B6B-BC9A-925394EE73B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0163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4" r:id="rId2"/>
    <p:sldLayoutId id="2147483664" r:id="rId3"/>
    <p:sldLayoutId id="2147483668" r:id="rId4"/>
    <p:sldLayoutId id="2147483690" r:id="rId5"/>
    <p:sldLayoutId id="2147483670" r:id="rId6"/>
    <p:sldLayoutId id="2147483714" r:id="rId7"/>
    <p:sldLayoutId id="2147483685" r:id="rId8"/>
    <p:sldLayoutId id="2147483697" r:id="rId9"/>
    <p:sldLayoutId id="2147483698" r:id="rId10"/>
    <p:sldLayoutId id="2147483699" r:id="rId11"/>
    <p:sldLayoutId id="2147483700" r:id="rId12"/>
    <p:sldLayoutId id="2147483715" r:id="rId13"/>
    <p:sldLayoutId id="2147483686" r:id="rId14"/>
    <p:sldLayoutId id="2147483701" r:id="rId15"/>
    <p:sldLayoutId id="2147483702" r:id="rId16"/>
    <p:sldLayoutId id="2147483703" r:id="rId17"/>
    <p:sldLayoutId id="2147483704" r:id="rId18"/>
    <p:sldLayoutId id="2147483716" r:id="rId19"/>
    <p:sldLayoutId id="2147483687" r:id="rId20"/>
    <p:sldLayoutId id="2147483705" r:id="rId21"/>
    <p:sldLayoutId id="2147483706" r:id="rId22"/>
    <p:sldLayoutId id="2147483707" r:id="rId23"/>
    <p:sldLayoutId id="2147483708" r:id="rId24"/>
    <p:sldLayoutId id="2147483717" r:id="rId25"/>
    <p:sldLayoutId id="2147483688" r:id="rId26"/>
    <p:sldLayoutId id="2147483709" r:id="rId27"/>
    <p:sldLayoutId id="2147483710" r:id="rId28"/>
    <p:sldLayoutId id="2147483711" r:id="rId29"/>
    <p:sldLayoutId id="2147483712" r:id="rId30"/>
    <p:sldLayoutId id="2147483718" r:id="rId31"/>
    <p:sldLayoutId id="2147483694" r:id="rId32"/>
    <p:sldLayoutId id="2147483696" r:id="rId3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E088D169-13AC-4A42-AD8A-BF9E1B020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C0469165-404D-4293-8B88-BA9E533E4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000" y="1811625"/>
            <a:ext cx="7164000" cy="831133"/>
          </a:xfrm>
          <a:solidFill>
            <a:schemeClr val="bg1"/>
          </a:solidFill>
        </p:spPr>
        <p:txBody>
          <a:bodyPr rtlCol="0">
            <a:normAutofit fontScale="85000" lnSpcReduction="20000"/>
          </a:bodyPr>
          <a:lstStyle/>
          <a:p>
            <a:pPr algn="ctr" rtl="0"/>
            <a:r>
              <a:rPr lang="fr-FR" i="0" dirty="0">
                <a:solidFill>
                  <a:srgbClr val="0A2C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Rapport mensuel - Actions Commerciales</a:t>
            </a:r>
            <a:br>
              <a:rPr lang="fr-FR" i="0" dirty="0">
                <a:solidFill>
                  <a:srgbClr val="0A2C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i="0" dirty="0">
                <a:solidFill>
                  <a:srgbClr val="AC3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 2025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2AB762-8187-4504-9292-79918DF810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268" t="32773" r="20188" b="36894"/>
          <a:stretch/>
        </p:blipFill>
        <p:spPr>
          <a:xfrm>
            <a:off x="2514000" y="443625"/>
            <a:ext cx="7164000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5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5" y="314325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O1 - Contexte &amp; Faits Marquants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8C26209-8A1F-40B1-B5CE-394F489B2D30}"/>
              </a:ext>
            </a:extLst>
          </p:cNvPr>
          <p:cNvSpPr txBox="1"/>
          <p:nvPr/>
        </p:nvSpPr>
        <p:spPr>
          <a:xfrm>
            <a:off x="737887" y="1588264"/>
            <a:ext cx="86632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Montserrat Light" panose="00000400000000000000" pitchFamily="50" charset="0"/>
              </a:rPr>
              <a:t>Activité centrée sur la vente en ligne avec livraison à domicile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02060"/>
              </a:solidFill>
              <a:latin typeface="Montserrat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Montserrat Light" panose="00000400000000000000" pitchFamily="50" charset="0"/>
              </a:rPr>
              <a:t>Chiffre d’affaires en baisse ces derniers mois</a:t>
            </a:r>
            <a:br>
              <a:rPr lang="fr-FR" sz="2000" dirty="0">
                <a:solidFill>
                  <a:srgbClr val="002060"/>
                </a:solidFill>
                <a:latin typeface="Montserrat Light" panose="00000400000000000000" pitchFamily="50" charset="0"/>
              </a:rPr>
            </a:br>
            <a:endParaRPr lang="fr-FR" sz="2000" dirty="0">
              <a:solidFill>
                <a:srgbClr val="002060"/>
              </a:solidFill>
              <a:latin typeface="Montserrat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Montserrat Light" panose="00000400000000000000" pitchFamily="50" charset="0"/>
              </a:rPr>
              <a:t>Analyse demandée sur les performances, les comportements clients et perspectives d’évolution</a:t>
            </a:r>
          </a:p>
          <a:p>
            <a:endParaRPr lang="fr-FR" sz="2000" dirty="0">
              <a:solidFill>
                <a:srgbClr val="002060"/>
              </a:solidFill>
              <a:latin typeface="Montserrat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2060"/>
                </a:solidFill>
                <a:latin typeface="Montserrat Light" panose="00000400000000000000" pitchFamily="50" charset="0"/>
              </a:rPr>
              <a:t>Arrêt du segment High Tech le mois dernier, recentrage sur nourriture et biens de consommation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>
              <a:latin typeface="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1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8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4" y="314325"/>
            <a:ext cx="1161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O2 – Proportion de ventes par catégories / Evolution du CA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AB7B276-F73C-4208-9AED-435374D36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273" y="767743"/>
            <a:ext cx="7503454" cy="5544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3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5" y="314325"/>
            <a:ext cx="10452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O3 – Nombre de ventes par rapport au CA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8C85DB5-73F6-49C3-BFDE-F1175985F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01" y="789942"/>
            <a:ext cx="7782598" cy="5570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683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5" y="314325"/>
            <a:ext cx="1101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O4 – Ratio du nombre d’achat / nombre de visites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97CF304-29A1-41F7-BEA6-1740A1F55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711" y="837545"/>
            <a:ext cx="7410578" cy="54750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763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4" y="314325"/>
            <a:ext cx="10506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O5 – Montant du panier &amp; temps passé sur le site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FA6B738-A09A-437A-80C4-F804E883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046" y="783590"/>
            <a:ext cx="7211908" cy="5582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797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4" y="314325"/>
            <a:ext cx="10771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O6 – Variabilité du temps passé sur le site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1267B38-E813-45B7-B1E2-9F38080B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730" y="837545"/>
            <a:ext cx="7468539" cy="555703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281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2150A866-0F7D-4B00-B9D4-12CC186D8082}"/>
              </a:ext>
            </a:extLst>
          </p:cNvPr>
          <p:cNvSpPr txBox="1"/>
          <p:nvPr/>
        </p:nvSpPr>
        <p:spPr>
          <a:xfrm>
            <a:off x="466725" y="314325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  <a:latin typeface="Montserrat" panose="00000500000000000000" pitchFamily="50" charset="0"/>
              </a:rPr>
              <a:t>O7 – Conclusion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CB47AC-67B8-4BC7-A334-D8A018B223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4886025" y="6312624"/>
            <a:ext cx="2419950" cy="4621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7F79B1D-D5D0-4BDF-962F-7CC652E7C698}"/>
              </a:ext>
            </a:extLst>
          </p:cNvPr>
          <p:cNvSpPr txBox="1"/>
          <p:nvPr/>
        </p:nvSpPr>
        <p:spPr>
          <a:xfrm>
            <a:off x="635161" y="1107867"/>
            <a:ext cx="113874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2060"/>
                </a:solidFill>
                <a:latin typeface="Montserrat Light" panose="00000400000000000000" pitchFamily="50" charset="0"/>
              </a:rPr>
              <a:t>CA par catégorie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Alimentaire : </a:t>
            </a:r>
            <a:r>
              <a:rPr lang="fr-FR" dirty="0">
                <a:solidFill>
                  <a:srgbClr val="00B050"/>
                </a:solidFill>
                <a:latin typeface="Montserrat Light" panose="00000400000000000000" pitchFamily="50" charset="0"/>
              </a:rPr>
              <a:t>en hausse à raison de 30% par mois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Bien de consommation : </a:t>
            </a:r>
            <a:r>
              <a:rPr lang="fr-FR" dirty="0">
                <a:solidFill>
                  <a:srgbClr val="00B0F0"/>
                </a:solidFill>
                <a:latin typeface="Montserrat Light" panose="00000400000000000000" pitchFamily="50" charset="0"/>
              </a:rPr>
              <a:t>stabilité des ventes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High-tech : 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Montserrat Light" panose="00000400000000000000" pitchFamily="50" charset="0"/>
              </a:rPr>
              <a:t>en baisse jusqu’à l’arrêt de ce segment en février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b="1" dirty="0">
              <a:solidFill>
                <a:schemeClr val="accent1"/>
              </a:solidFill>
              <a:latin typeface="Montserrat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2060"/>
                </a:solidFill>
                <a:latin typeface="Montserrat Light" panose="00000400000000000000" pitchFamily="50" charset="0"/>
              </a:rPr>
              <a:t>Comportement des clients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Le temps passé sur le site augmente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La fréquentation du site augmente largement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Le taux de conversion diminue</a:t>
            </a:r>
          </a:p>
          <a:p>
            <a:pPr lvl="1"/>
            <a:endParaRPr lang="fr-FR" b="1" dirty="0">
              <a:solidFill>
                <a:srgbClr val="002060"/>
              </a:solidFill>
              <a:latin typeface="Montserrat Light" panose="000004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2060"/>
                </a:solidFill>
                <a:latin typeface="Montserrat Light" panose="00000400000000000000" pitchFamily="50" charset="0"/>
              </a:rPr>
              <a:t>Analyses &amp; Hypothèses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La baisse du CA au mois de février est expliqué par la fin du référencement des produits high-tech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Etant donné l’évolution des ventes des produits alimentaires, le CA du mois de mars sera en évolution par rapport à janvier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  <a:latin typeface="Montserrat Light" panose="00000400000000000000" pitchFamily="50" charset="0"/>
              </a:rPr>
              <a:t>L’élargissement de la gamme des biens de consommation pourrait permettre une évolution du CA dans ce segment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2060"/>
              </a:solidFill>
              <a:latin typeface="Montserrat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73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E088D169-13AC-4A42-AD8A-BF9E1B0203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C0469165-404D-4293-8B88-BA9E533E4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000" y="3051533"/>
            <a:ext cx="7164000" cy="520342"/>
          </a:xfrm>
          <a:noFill/>
        </p:spPr>
        <p:txBody>
          <a:bodyPr rtlCol="0">
            <a:normAutofit fontScale="92500" lnSpcReduction="10000"/>
          </a:bodyPr>
          <a:lstStyle/>
          <a:p>
            <a:pPr algn="ctr" rtl="0"/>
            <a:r>
              <a:rPr lang="fr-FR" i="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Merci de votre attention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2AB762-8187-4504-9292-79918DF8103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268" t="32773" r="20188" b="36894"/>
          <a:stretch/>
        </p:blipFill>
        <p:spPr>
          <a:xfrm>
            <a:off x="2514000" y="443625"/>
            <a:ext cx="7164000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35607"/>
      </p:ext>
    </p:extLst>
  </p:cSld>
  <p:clrMapOvr>
    <a:masterClrMapping/>
  </p:clrMapOvr>
</p:sld>
</file>

<file path=ppt/theme/theme1.xml><?xml version="1.0" encoding="utf-8"?>
<a:theme xmlns:a="http://schemas.openxmlformats.org/drawingml/2006/main" name="1_Masque des diapositives du livre de recettes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330709_TF89533498_Win32" id="{7B51CD2A-5593-4448-B77E-847CE762195C}" vid="{05ED5777-E644-4E1C-B68B-95C41869D89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Livre de recettes</Template>
  <TotalTime>727</TotalTime>
  <Words>242</Words>
  <Application>Microsoft Office PowerPoint</Application>
  <PresentationFormat>Grand écran</PresentationFormat>
  <Paragraphs>38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Franklin Gothic Book</vt:lpstr>
      <vt:lpstr>Franklin Gothic Medium</vt:lpstr>
      <vt:lpstr>Montserrat</vt:lpstr>
      <vt:lpstr>Montserrat Light</vt:lpstr>
      <vt:lpstr>1_Masque des diapositives du livre de recettes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Bastien Leblanc</dc:creator>
  <cp:lastModifiedBy>Bastien Leblanc</cp:lastModifiedBy>
  <cp:revision>16</cp:revision>
  <dcterms:created xsi:type="dcterms:W3CDTF">2025-05-05T08:11:54Z</dcterms:created>
  <dcterms:modified xsi:type="dcterms:W3CDTF">2025-05-12T09:51:55Z</dcterms:modified>
</cp:coreProperties>
</file>